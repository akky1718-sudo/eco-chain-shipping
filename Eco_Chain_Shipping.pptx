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3ACB26-E50C-4606-B932-B4FEC2CEB6E2}" v="2" dt="2026-10-08T09:30:13.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138"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h Bajjuri" userId="9b4140f87bba0d65" providerId="LiveId" clId="{2A731562-1615-477A-B2E1-D19D4F01A6FC}"/>
    <pc:docChg chg="undo custSel delSld modSld">
      <pc:chgData name="Akshith Bajjuri" userId="9b4140f87bba0d65" providerId="LiveId" clId="{2A731562-1615-477A-B2E1-D19D4F01A6FC}" dt="2026-10-08T09:46:07.172" v="520" actId="255"/>
      <pc:docMkLst>
        <pc:docMk/>
      </pc:docMkLst>
      <pc:sldChg chg="delSp modSp mod">
        <pc:chgData name="Akshith Bajjuri" userId="9b4140f87bba0d65" providerId="LiveId" clId="{2A731562-1615-477A-B2E1-D19D4F01A6FC}" dt="2026-10-08T06:03:13.177" v="315" actId="20577"/>
        <pc:sldMkLst>
          <pc:docMk/>
          <pc:sldMk cId="0" sldId="256"/>
        </pc:sldMkLst>
        <pc:spChg chg="mod">
          <ac:chgData name="Akshith Bajjuri" userId="9b4140f87bba0d65" providerId="LiveId" clId="{2A731562-1615-477A-B2E1-D19D4F01A6FC}" dt="2026-10-08T06:03:13.177" v="315" actId="20577"/>
          <ac:spMkLst>
            <pc:docMk/>
            <pc:sldMk cId="0" sldId="256"/>
            <ac:spMk id="11" creationId="{00000000-0000-0000-0000-000000000000}"/>
          </ac:spMkLst>
        </pc:spChg>
        <pc:spChg chg="del">
          <ac:chgData name="Akshith Bajjuri" userId="9b4140f87bba0d65" providerId="LiveId" clId="{2A731562-1615-477A-B2E1-D19D4F01A6FC}" dt="2026-10-08T06:00:00.463" v="4" actId="21"/>
          <ac:spMkLst>
            <pc:docMk/>
            <pc:sldMk cId="0" sldId="256"/>
            <ac:spMk id="12" creationId="{00000000-0000-0000-0000-000000000000}"/>
          </ac:spMkLst>
        </pc:spChg>
        <pc:spChg chg="del">
          <ac:chgData name="Akshith Bajjuri" userId="9b4140f87bba0d65" providerId="LiveId" clId="{2A731562-1615-477A-B2E1-D19D4F01A6FC}" dt="2026-10-08T05:59:55.025" v="3" actId="21"/>
          <ac:spMkLst>
            <pc:docMk/>
            <pc:sldMk cId="0" sldId="256"/>
            <ac:spMk id="13" creationId="{00000000-0000-0000-0000-000000000000}"/>
          </ac:spMkLst>
        </pc:spChg>
      </pc:sldChg>
      <pc:sldChg chg="modSp mod">
        <pc:chgData name="Akshith Bajjuri" userId="9b4140f87bba0d65" providerId="LiveId" clId="{2A731562-1615-477A-B2E1-D19D4F01A6FC}" dt="2026-10-08T06:05:23.481" v="321" actId="255"/>
        <pc:sldMkLst>
          <pc:docMk/>
          <pc:sldMk cId="0" sldId="257"/>
        </pc:sldMkLst>
        <pc:spChg chg="mod">
          <ac:chgData name="Akshith Bajjuri" userId="9b4140f87bba0d65" providerId="LiveId" clId="{2A731562-1615-477A-B2E1-D19D4F01A6FC}" dt="2026-10-08T06:04:21.133" v="316" actId="255"/>
          <ac:spMkLst>
            <pc:docMk/>
            <pc:sldMk cId="0" sldId="257"/>
            <ac:spMk id="7" creationId="{00000000-0000-0000-0000-000000000000}"/>
          </ac:spMkLst>
        </pc:spChg>
        <pc:spChg chg="mod">
          <ac:chgData name="Akshith Bajjuri" userId="9b4140f87bba0d65" providerId="LiveId" clId="{2A731562-1615-477A-B2E1-D19D4F01A6FC}" dt="2026-10-08T06:04:57.200" v="319" actId="14100"/>
          <ac:spMkLst>
            <pc:docMk/>
            <pc:sldMk cId="0" sldId="257"/>
            <ac:spMk id="10" creationId="{00000000-0000-0000-0000-000000000000}"/>
          </ac:spMkLst>
        </pc:spChg>
        <pc:spChg chg="mod">
          <ac:chgData name="Akshith Bajjuri" userId="9b4140f87bba0d65" providerId="LiveId" clId="{2A731562-1615-477A-B2E1-D19D4F01A6FC}" dt="2026-10-08T06:05:09.167" v="320" actId="255"/>
          <ac:spMkLst>
            <pc:docMk/>
            <pc:sldMk cId="0" sldId="257"/>
            <ac:spMk id="13" creationId="{00000000-0000-0000-0000-000000000000}"/>
          </ac:spMkLst>
        </pc:spChg>
        <pc:spChg chg="mod">
          <ac:chgData name="Akshith Bajjuri" userId="9b4140f87bba0d65" providerId="LiveId" clId="{2A731562-1615-477A-B2E1-D19D4F01A6FC}" dt="2026-10-08T06:05:23.481" v="321" actId="255"/>
          <ac:spMkLst>
            <pc:docMk/>
            <pc:sldMk cId="0" sldId="257"/>
            <ac:spMk id="15" creationId="{00000000-0000-0000-0000-000000000000}"/>
          </ac:spMkLst>
        </pc:spChg>
      </pc:sldChg>
      <pc:sldChg chg="modSp mod">
        <pc:chgData name="Akshith Bajjuri" userId="9b4140f87bba0d65" providerId="LiveId" clId="{2A731562-1615-477A-B2E1-D19D4F01A6FC}" dt="2026-10-08T06:07:56.446" v="330" actId="255"/>
        <pc:sldMkLst>
          <pc:docMk/>
          <pc:sldMk cId="0" sldId="258"/>
        </pc:sldMkLst>
        <pc:spChg chg="mod">
          <ac:chgData name="Akshith Bajjuri" userId="9b4140f87bba0d65" providerId="LiveId" clId="{2A731562-1615-477A-B2E1-D19D4F01A6FC}" dt="2026-10-08T06:06:15.071" v="323" actId="255"/>
          <ac:spMkLst>
            <pc:docMk/>
            <pc:sldMk cId="0" sldId="258"/>
            <ac:spMk id="4" creationId="{00000000-0000-0000-0000-000000000000}"/>
          </ac:spMkLst>
        </pc:spChg>
        <pc:spChg chg="mod">
          <ac:chgData name="Akshith Bajjuri" userId="9b4140f87bba0d65" providerId="LiveId" clId="{2A731562-1615-477A-B2E1-D19D4F01A6FC}" dt="2026-10-08T06:05:41.121" v="322" actId="255"/>
          <ac:spMkLst>
            <pc:docMk/>
            <pc:sldMk cId="0" sldId="258"/>
            <ac:spMk id="6" creationId="{00000000-0000-0000-0000-000000000000}"/>
          </ac:spMkLst>
        </pc:spChg>
        <pc:spChg chg="mod">
          <ac:chgData name="Akshith Bajjuri" userId="9b4140f87bba0d65" providerId="LiveId" clId="{2A731562-1615-477A-B2E1-D19D4F01A6FC}" dt="2026-10-08T06:07:56.446" v="330" actId="255"/>
          <ac:spMkLst>
            <pc:docMk/>
            <pc:sldMk cId="0" sldId="258"/>
            <ac:spMk id="8" creationId="{00000000-0000-0000-0000-000000000000}"/>
          </ac:spMkLst>
        </pc:spChg>
        <pc:spChg chg="mod">
          <ac:chgData name="Akshith Bajjuri" userId="9b4140f87bba0d65" providerId="LiveId" clId="{2A731562-1615-477A-B2E1-D19D4F01A6FC}" dt="2026-10-08T06:07:40.487" v="329" actId="255"/>
          <ac:spMkLst>
            <pc:docMk/>
            <pc:sldMk cId="0" sldId="258"/>
            <ac:spMk id="9" creationId="{00000000-0000-0000-0000-000000000000}"/>
          </ac:spMkLst>
        </pc:spChg>
        <pc:spChg chg="mod">
          <ac:chgData name="Akshith Bajjuri" userId="9b4140f87bba0d65" providerId="LiveId" clId="{2A731562-1615-477A-B2E1-D19D4F01A6FC}" dt="2026-10-08T06:07:28.208" v="328" actId="255"/>
          <ac:spMkLst>
            <pc:docMk/>
            <pc:sldMk cId="0" sldId="258"/>
            <ac:spMk id="11" creationId="{00000000-0000-0000-0000-000000000000}"/>
          </ac:spMkLst>
        </pc:spChg>
        <pc:spChg chg="mod">
          <ac:chgData name="Akshith Bajjuri" userId="9b4140f87bba0d65" providerId="LiveId" clId="{2A731562-1615-477A-B2E1-D19D4F01A6FC}" dt="2026-10-08T06:07:06.428" v="326" actId="255"/>
          <ac:spMkLst>
            <pc:docMk/>
            <pc:sldMk cId="0" sldId="258"/>
            <ac:spMk id="13" creationId="{00000000-0000-0000-0000-000000000000}"/>
          </ac:spMkLst>
        </pc:spChg>
        <pc:spChg chg="mod">
          <ac:chgData name="Akshith Bajjuri" userId="9b4140f87bba0d65" providerId="LiveId" clId="{2A731562-1615-477A-B2E1-D19D4F01A6FC}" dt="2026-10-08T06:06:33.468" v="324" actId="255"/>
          <ac:spMkLst>
            <pc:docMk/>
            <pc:sldMk cId="0" sldId="258"/>
            <ac:spMk id="15" creationId="{00000000-0000-0000-0000-000000000000}"/>
          </ac:spMkLst>
        </pc:spChg>
      </pc:sldChg>
      <pc:sldChg chg="modSp mod">
        <pc:chgData name="Akshith Bajjuri" userId="9b4140f87bba0d65" providerId="LiveId" clId="{2A731562-1615-477A-B2E1-D19D4F01A6FC}" dt="2026-10-08T06:11:25.952" v="350" actId="255"/>
        <pc:sldMkLst>
          <pc:docMk/>
          <pc:sldMk cId="0" sldId="259"/>
        </pc:sldMkLst>
        <pc:spChg chg="mod">
          <ac:chgData name="Akshith Bajjuri" userId="9b4140f87bba0d65" providerId="LiveId" clId="{2A731562-1615-477A-B2E1-D19D4F01A6FC}" dt="2026-10-08T06:08:27.356" v="332" actId="255"/>
          <ac:spMkLst>
            <pc:docMk/>
            <pc:sldMk cId="0" sldId="259"/>
            <ac:spMk id="3" creationId="{00000000-0000-0000-0000-000000000000}"/>
          </ac:spMkLst>
        </pc:spChg>
        <pc:spChg chg="mod">
          <ac:chgData name="Akshith Bajjuri" userId="9b4140f87bba0d65" providerId="LiveId" clId="{2A731562-1615-477A-B2E1-D19D4F01A6FC}" dt="2026-10-08T06:08:19.826" v="331" actId="255"/>
          <ac:spMkLst>
            <pc:docMk/>
            <pc:sldMk cId="0" sldId="259"/>
            <ac:spMk id="4" creationId="{00000000-0000-0000-0000-000000000000}"/>
          </ac:spMkLst>
        </pc:spChg>
        <pc:spChg chg="mod">
          <ac:chgData name="Akshith Bajjuri" userId="9b4140f87bba0d65" providerId="LiveId" clId="{2A731562-1615-477A-B2E1-D19D4F01A6FC}" dt="2026-10-08T06:08:57.287" v="335" actId="255"/>
          <ac:spMkLst>
            <pc:docMk/>
            <pc:sldMk cId="0" sldId="259"/>
            <ac:spMk id="6" creationId="{00000000-0000-0000-0000-000000000000}"/>
          </ac:spMkLst>
        </pc:spChg>
        <pc:spChg chg="mod">
          <ac:chgData name="Akshith Bajjuri" userId="9b4140f87bba0d65" providerId="LiveId" clId="{2A731562-1615-477A-B2E1-D19D4F01A6FC}" dt="2026-10-08T06:09:22.531" v="337" actId="255"/>
          <ac:spMkLst>
            <pc:docMk/>
            <pc:sldMk cId="0" sldId="259"/>
            <ac:spMk id="8" creationId="{00000000-0000-0000-0000-000000000000}"/>
          </ac:spMkLst>
        </pc:spChg>
        <pc:spChg chg="mod">
          <ac:chgData name="Akshith Bajjuri" userId="9b4140f87bba0d65" providerId="LiveId" clId="{2A731562-1615-477A-B2E1-D19D4F01A6FC}" dt="2026-10-08T06:09:12.973" v="336" actId="255"/>
          <ac:spMkLst>
            <pc:docMk/>
            <pc:sldMk cId="0" sldId="259"/>
            <ac:spMk id="9" creationId="{00000000-0000-0000-0000-000000000000}"/>
          </ac:spMkLst>
        </pc:spChg>
        <pc:spChg chg="mod">
          <ac:chgData name="Akshith Bajjuri" userId="9b4140f87bba0d65" providerId="LiveId" clId="{2A731562-1615-477A-B2E1-D19D4F01A6FC}" dt="2026-10-08T06:09:30.661" v="338" actId="255"/>
          <ac:spMkLst>
            <pc:docMk/>
            <pc:sldMk cId="0" sldId="259"/>
            <ac:spMk id="11" creationId="{00000000-0000-0000-0000-000000000000}"/>
          </ac:spMkLst>
        </pc:spChg>
        <pc:spChg chg="mod">
          <ac:chgData name="Akshith Bajjuri" userId="9b4140f87bba0d65" providerId="LiveId" clId="{2A731562-1615-477A-B2E1-D19D4F01A6FC}" dt="2026-10-08T06:09:41.255" v="339" actId="255"/>
          <ac:spMkLst>
            <pc:docMk/>
            <pc:sldMk cId="0" sldId="259"/>
            <ac:spMk id="12" creationId="{00000000-0000-0000-0000-000000000000}"/>
          </ac:spMkLst>
        </pc:spChg>
        <pc:spChg chg="mod">
          <ac:chgData name="Akshith Bajjuri" userId="9b4140f87bba0d65" providerId="LiveId" clId="{2A731562-1615-477A-B2E1-D19D4F01A6FC}" dt="2026-10-08T06:09:58.352" v="341" actId="255"/>
          <ac:spMkLst>
            <pc:docMk/>
            <pc:sldMk cId="0" sldId="259"/>
            <ac:spMk id="14" creationId="{00000000-0000-0000-0000-000000000000}"/>
          </ac:spMkLst>
        </pc:spChg>
        <pc:spChg chg="mod">
          <ac:chgData name="Akshith Bajjuri" userId="9b4140f87bba0d65" providerId="LiveId" clId="{2A731562-1615-477A-B2E1-D19D4F01A6FC}" dt="2026-10-08T06:09:51.211" v="340" actId="255"/>
          <ac:spMkLst>
            <pc:docMk/>
            <pc:sldMk cId="0" sldId="259"/>
            <ac:spMk id="15" creationId="{00000000-0000-0000-0000-000000000000}"/>
          </ac:spMkLst>
        </pc:spChg>
        <pc:spChg chg="mod">
          <ac:chgData name="Akshith Bajjuri" userId="9b4140f87bba0d65" providerId="LiveId" clId="{2A731562-1615-477A-B2E1-D19D4F01A6FC}" dt="2026-10-08T06:10:05.729" v="342" actId="255"/>
          <ac:spMkLst>
            <pc:docMk/>
            <pc:sldMk cId="0" sldId="259"/>
            <ac:spMk id="17" creationId="{00000000-0000-0000-0000-000000000000}"/>
          </ac:spMkLst>
        </pc:spChg>
        <pc:spChg chg="mod">
          <ac:chgData name="Akshith Bajjuri" userId="9b4140f87bba0d65" providerId="LiveId" clId="{2A731562-1615-477A-B2E1-D19D4F01A6FC}" dt="2026-10-08T06:10:12.353" v="343" actId="255"/>
          <ac:spMkLst>
            <pc:docMk/>
            <pc:sldMk cId="0" sldId="259"/>
            <ac:spMk id="18" creationId="{00000000-0000-0000-0000-000000000000}"/>
          </ac:spMkLst>
        </pc:spChg>
        <pc:spChg chg="mod">
          <ac:chgData name="Akshith Bajjuri" userId="9b4140f87bba0d65" providerId="LiveId" clId="{2A731562-1615-477A-B2E1-D19D4F01A6FC}" dt="2026-10-08T06:10:31.750" v="345" actId="255"/>
          <ac:spMkLst>
            <pc:docMk/>
            <pc:sldMk cId="0" sldId="259"/>
            <ac:spMk id="20" creationId="{00000000-0000-0000-0000-000000000000}"/>
          </ac:spMkLst>
        </pc:spChg>
        <pc:spChg chg="mod">
          <ac:chgData name="Akshith Bajjuri" userId="9b4140f87bba0d65" providerId="LiveId" clId="{2A731562-1615-477A-B2E1-D19D4F01A6FC}" dt="2026-10-08T06:10:22.543" v="344" actId="255"/>
          <ac:spMkLst>
            <pc:docMk/>
            <pc:sldMk cId="0" sldId="259"/>
            <ac:spMk id="21" creationId="{00000000-0000-0000-0000-000000000000}"/>
          </ac:spMkLst>
        </pc:spChg>
        <pc:spChg chg="mod">
          <ac:chgData name="Akshith Bajjuri" userId="9b4140f87bba0d65" providerId="LiveId" clId="{2A731562-1615-477A-B2E1-D19D4F01A6FC}" dt="2026-10-08T06:11:14.136" v="349" actId="255"/>
          <ac:spMkLst>
            <pc:docMk/>
            <pc:sldMk cId="0" sldId="259"/>
            <ac:spMk id="23" creationId="{00000000-0000-0000-0000-000000000000}"/>
          </ac:spMkLst>
        </pc:spChg>
        <pc:spChg chg="mod">
          <ac:chgData name="Akshith Bajjuri" userId="9b4140f87bba0d65" providerId="LiveId" clId="{2A731562-1615-477A-B2E1-D19D4F01A6FC}" dt="2026-10-08T06:10:43.137" v="346" actId="255"/>
          <ac:spMkLst>
            <pc:docMk/>
            <pc:sldMk cId="0" sldId="259"/>
            <ac:spMk id="24" creationId="{00000000-0000-0000-0000-000000000000}"/>
          </ac:spMkLst>
        </pc:spChg>
        <pc:spChg chg="mod">
          <ac:chgData name="Akshith Bajjuri" userId="9b4140f87bba0d65" providerId="LiveId" clId="{2A731562-1615-477A-B2E1-D19D4F01A6FC}" dt="2026-10-08T06:11:00.989" v="348" actId="255"/>
          <ac:spMkLst>
            <pc:docMk/>
            <pc:sldMk cId="0" sldId="259"/>
            <ac:spMk id="26" creationId="{00000000-0000-0000-0000-000000000000}"/>
          </ac:spMkLst>
        </pc:spChg>
        <pc:spChg chg="mod">
          <ac:chgData name="Akshith Bajjuri" userId="9b4140f87bba0d65" providerId="LiveId" clId="{2A731562-1615-477A-B2E1-D19D4F01A6FC}" dt="2026-10-08T06:10:54.337" v="347" actId="255"/>
          <ac:spMkLst>
            <pc:docMk/>
            <pc:sldMk cId="0" sldId="259"/>
            <ac:spMk id="27" creationId="{00000000-0000-0000-0000-000000000000}"/>
          </ac:spMkLst>
        </pc:spChg>
        <pc:spChg chg="mod">
          <ac:chgData name="Akshith Bajjuri" userId="9b4140f87bba0d65" providerId="LiveId" clId="{2A731562-1615-477A-B2E1-D19D4F01A6FC}" dt="2026-10-08T06:11:25.952" v="350" actId="255"/>
          <ac:spMkLst>
            <pc:docMk/>
            <pc:sldMk cId="0" sldId="259"/>
            <ac:spMk id="29" creationId="{00000000-0000-0000-0000-000000000000}"/>
          </ac:spMkLst>
        </pc:spChg>
      </pc:sldChg>
      <pc:sldChg chg="modSp mod">
        <pc:chgData name="Akshith Bajjuri" userId="9b4140f87bba0d65" providerId="LiveId" clId="{2A731562-1615-477A-B2E1-D19D4F01A6FC}" dt="2026-10-08T06:14:13.010" v="364" actId="255"/>
        <pc:sldMkLst>
          <pc:docMk/>
          <pc:sldMk cId="0" sldId="260"/>
        </pc:sldMkLst>
        <pc:spChg chg="mod">
          <ac:chgData name="Akshith Bajjuri" userId="9b4140f87bba0d65" providerId="LiveId" clId="{2A731562-1615-477A-B2E1-D19D4F01A6FC}" dt="2026-10-08T06:11:53.771" v="351" actId="255"/>
          <ac:spMkLst>
            <pc:docMk/>
            <pc:sldMk cId="0" sldId="260"/>
            <ac:spMk id="3" creationId="{00000000-0000-0000-0000-000000000000}"/>
          </ac:spMkLst>
        </pc:spChg>
        <pc:spChg chg="mod">
          <ac:chgData name="Akshith Bajjuri" userId="9b4140f87bba0d65" providerId="LiveId" clId="{2A731562-1615-477A-B2E1-D19D4F01A6FC}" dt="2026-10-08T06:12:05.494" v="352" actId="255"/>
          <ac:spMkLst>
            <pc:docMk/>
            <pc:sldMk cId="0" sldId="260"/>
            <ac:spMk id="4" creationId="{00000000-0000-0000-0000-000000000000}"/>
          </ac:spMkLst>
        </pc:spChg>
        <pc:spChg chg="mod">
          <ac:chgData name="Akshith Bajjuri" userId="9b4140f87bba0d65" providerId="LiveId" clId="{2A731562-1615-477A-B2E1-D19D4F01A6FC}" dt="2026-10-08T06:12:53.485" v="356" actId="255"/>
          <ac:spMkLst>
            <pc:docMk/>
            <pc:sldMk cId="0" sldId="260"/>
            <ac:spMk id="6" creationId="{00000000-0000-0000-0000-000000000000}"/>
          </ac:spMkLst>
        </pc:spChg>
        <pc:spChg chg="mod">
          <ac:chgData name="Akshith Bajjuri" userId="9b4140f87bba0d65" providerId="LiveId" clId="{2A731562-1615-477A-B2E1-D19D4F01A6FC}" dt="2026-10-08T06:12:27.663" v="354" actId="255"/>
          <ac:spMkLst>
            <pc:docMk/>
            <pc:sldMk cId="0" sldId="260"/>
            <ac:spMk id="9" creationId="{00000000-0000-0000-0000-000000000000}"/>
          </ac:spMkLst>
        </pc:spChg>
        <pc:spChg chg="mod">
          <ac:chgData name="Akshith Bajjuri" userId="9b4140f87bba0d65" providerId="LiveId" clId="{2A731562-1615-477A-B2E1-D19D4F01A6FC}" dt="2026-10-08T06:12:44.929" v="355" actId="255"/>
          <ac:spMkLst>
            <pc:docMk/>
            <pc:sldMk cId="0" sldId="260"/>
            <ac:spMk id="12" creationId="{00000000-0000-0000-0000-000000000000}"/>
          </ac:spMkLst>
        </pc:spChg>
        <pc:spChg chg="mod">
          <ac:chgData name="Akshith Bajjuri" userId="9b4140f87bba0d65" providerId="LiveId" clId="{2A731562-1615-477A-B2E1-D19D4F01A6FC}" dt="2026-10-08T06:13:03.111" v="357" actId="255"/>
          <ac:spMkLst>
            <pc:docMk/>
            <pc:sldMk cId="0" sldId="260"/>
            <ac:spMk id="15" creationId="{00000000-0000-0000-0000-000000000000}"/>
          </ac:spMkLst>
        </pc:spChg>
        <pc:spChg chg="mod">
          <ac:chgData name="Akshith Bajjuri" userId="9b4140f87bba0d65" providerId="LiveId" clId="{2A731562-1615-477A-B2E1-D19D4F01A6FC}" dt="2026-10-08T06:13:11.035" v="358" actId="255"/>
          <ac:spMkLst>
            <pc:docMk/>
            <pc:sldMk cId="0" sldId="260"/>
            <ac:spMk id="18" creationId="{00000000-0000-0000-0000-000000000000}"/>
          </ac:spMkLst>
        </pc:spChg>
        <pc:spChg chg="mod">
          <ac:chgData name="Akshith Bajjuri" userId="9b4140f87bba0d65" providerId="LiveId" clId="{2A731562-1615-477A-B2E1-D19D4F01A6FC}" dt="2026-10-08T06:13:21.653" v="359" actId="255"/>
          <ac:spMkLst>
            <pc:docMk/>
            <pc:sldMk cId="0" sldId="260"/>
            <ac:spMk id="21" creationId="{00000000-0000-0000-0000-000000000000}"/>
          </ac:spMkLst>
        </pc:spChg>
        <pc:spChg chg="mod">
          <ac:chgData name="Akshith Bajjuri" userId="9b4140f87bba0d65" providerId="LiveId" clId="{2A731562-1615-477A-B2E1-D19D4F01A6FC}" dt="2026-10-08T06:13:29.334" v="360" actId="255"/>
          <ac:spMkLst>
            <pc:docMk/>
            <pc:sldMk cId="0" sldId="260"/>
            <ac:spMk id="24" creationId="{00000000-0000-0000-0000-000000000000}"/>
          </ac:spMkLst>
        </pc:spChg>
        <pc:spChg chg="mod">
          <ac:chgData name="Akshith Bajjuri" userId="9b4140f87bba0d65" providerId="LiveId" clId="{2A731562-1615-477A-B2E1-D19D4F01A6FC}" dt="2026-10-08T06:13:36.692" v="361" actId="255"/>
          <ac:spMkLst>
            <pc:docMk/>
            <pc:sldMk cId="0" sldId="260"/>
            <ac:spMk id="27" creationId="{00000000-0000-0000-0000-000000000000}"/>
          </ac:spMkLst>
        </pc:spChg>
        <pc:spChg chg="mod">
          <ac:chgData name="Akshith Bajjuri" userId="9b4140f87bba0d65" providerId="LiveId" clId="{2A731562-1615-477A-B2E1-D19D4F01A6FC}" dt="2026-10-08T06:13:45.464" v="362" actId="255"/>
          <ac:spMkLst>
            <pc:docMk/>
            <pc:sldMk cId="0" sldId="260"/>
            <ac:spMk id="30" creationId="{00000000-0000-0000-0000-000000000000}"/>
          </ac:spMkLst>
        </pc:spChg>
        <pc:spChg chg="mod">
          <ac:chgData name="Akshith Bajjuri" userId="9b4140f87bba0d65" providerId="LiveId" clId="{2A731562-1615-477A-B2E1-D19D4F01A6FC}" dt="2026-10-08T06:13:55.358" v="363" actId="255"/>
          <ac:spMkLst>
            <pc:docMk/>
            <pc:sldMk cId="0" sldId="260"/>
            <ac:spMk id="33" creationId="{00000000-0000-0000-0000-000000000000}"/>
          </ac:spMkLst>
        </pc:spChg>
        <pc:spChg chg="mod">
          <ac:chgData name="Akshith Bajjuri" userId="9b4140f87bba0d65" providerId="LiveId" clId="{2A731562-1615-477A-B2E1-D19D4F01A6FC}" dt="2026-10-08T06:14:13.010" v="364" actId="255"/>
          <ac:spMkLst>
            <pc:docMk/>
            <pc:sldMk cId="0" sldId="260"/>
            <ac:spMk id="36" creationId="{00000000-0000-0000-0000-000000000000}"/>
          </ac:spMkLst>
        </pc:spChg>
      </pc:sldChg>
      <pc:sldChg chg="modSp mod">
        <pc:chgData name="Akshith Bajjuri" userId="9b4140f87bba0d65" providerId="LiveId" clId="{2A731562-1615-477A-B2E1-D19D4F01A6FC}" dt="2026-10-08T06:16:49.147" v="375" actId="255"/>
        <pc:sldMkLst>
          <pc:docMk/>
          <pc:sldMk cId="0" sldId="261"/>
        </pc:sldMkLst>
        <pc:spChg chg="mod">
          <ac:chgData name="Akshith Bajjuri" userId="9b4140f87bba0d65" providerId="LiveId" clId="{2A731562-1615-477A-B2E1-D19D4F01A6FC}" dt="2026-10-08T06:14:28.153" v="365" actId="255"/>
          <ac:spMkLst>
            <pc:docMk/>
            <pc:sldMk cId="0" sldId="261"/>
            <ac:spMk id="3" creationId="{00000000-0000-0000-0000-000000000000}"/>
          </ac:spMkLst>
        </pc:spChg>
        <pc:spChg chg="mod">
          <ac:chgData name="Akshith Bajjuri" userId="9b4140f87bba0d65" providerId="LiveId" clId="{2A731562-1615-477A-B2E1-D19D4F01A6FC}" dt="2026-10-08T06:14:35.749" v="366" actId="255"/>
          <ac:spMkLst>
            <pc:docMk/>
            <pc:sldMk cId="0" sldId="261"/>
            <ac:spMk id="4" creationId="{00000000-0000-0000-0000-000000000000}"/>
          </ac:spMkLst>
        </pc:spChg>
        <pc:spChg chg="mod">
          <ac:chgData name="Akshith Bajjuri" userId="9b4140f87bba0d65" providerId="LiveId" clId="{2A731562-1615-477A-B2E1-D19D4F01A6FC}" dt="2026-10-08T06:16:08.432" v="371" actId="255"/>
          <ac:spMkLst>
            <pc:docMk/>
            <pc:sldMk cId="0" sldId="261"/>
            <ac:spMk id="6" creationId="{00000000-0000-0000-0000-000000000000}"/>
          </ac:spMkLst>
        </pc:spChg>
        <pc:spChg chg="mod">
          <ac:chgData name="Akshith Bajjuri" userId="9b4140f87bba0d65" providerId="LiveId" clId="{2A731562-1615-477A-B2E1-D19D4F01A6FC}" dt="2026-10-08T06:14:55.930" v="367" actId="255"/>
          <ac:spMkLst>
            <pc:docMk/>
            <pc:sldMk cId="0" sldId="261"/>
            <ac:spMk id="7" creationId="{00000000-0000-0000-0000-000000000000}"/>
          </ac:spMkLst>
        </pc:spChg>
        <pc:spChg chg="mod">
          <ac:chgData name="Akshith Bajjuri" userId="9b4140f87bba0d65" providerId="LiveId" clId="{2A731562-1615-477A-B2E1-D19D4F01A6FC}" dt="2026-10-08T06:16:18.360" v="372" actId="255"/>
          <ac:spMkLst>
            <pc:docMk/>
            <pc:sldMk cId="0" sldId="261"/>
            <ac:spMk id="9" creationId="{00000000-0000-0000-0000-000000000000}"/>
          </ac:spMkLst>
        </pc:spChg>
        <pc:spChg chg="mod">
          <ac:chgData name="Akshith Bajjuri" userId="9b4140f87bba0d65" providerId="LiveId" clId="{2A731562-1615-477A-B2E1-D19D4F01A6FC}" dt="2026-10-08T06:15:08.503" v="368" actId="255"/>
          <ac:spMkLst>
            <pc:docMk/>
            <pc:sldMk cId="0" sldId="261"/>
            <ac:spMk id="10" creationId="{00000000-0000-0000-0000-000000000000}"/>
          </ac:spMkLst>
        </pc:spChg>
        <pc:spChg chg="mod">
          <ac:chgData name="Akshith Bajjuri" userId="9b4140f87bba0d65" providerId="LiveId" clId="{2A731562-1615-477A-B2E1-D19D4F01A6FC}" dt="2026-10-08T06:16:23.276" v="373" actId="255"/>
          <ac:spMkLst>
            <pc:docMk/>
            <pc:sldMk cId="0" sldId="261"/>
            <ac:spMk id="12" creationId="{00000000-0000-0000-0000-000000000000}"/>
          </ac:spMkLst>
        </pc:spChg>
        <pc:spChg chg="mod">
          <ac:chgData name="Akshith Bajjuri" userId="9b4140f87bba0d65" providerId="LiveId" clId="{2A731562-1615-477A-B2E1-D19D4F01A6FC}" dt="2026-10-08T06:15:17.548" v="369" actId="255"/>
          <ac:spMkLst>
            <pc:docMk/>
            <pc:sldMk cId="0" sldId="261"/>
            <ac:spMk id="13" creationId="{00000000-0000-0000-0000-000000000000}"/>
          </ac:spMkLst>
        </pc:spChg>
        <pc:spChg chg="mod">
          <ac:chgData name="Akshith Bajjuri" userId="9b4140f87bba0d65" providerId="LiveId" clId="{2A731562-1615-477A-B2E1-D19D4F01A6FC}" dt="2026-10-08T06:16:37.066" v="374" actId="255"/>
          <ac:spMkLst>
            <pc:docMk/>
            <pc:sldMk cId="0" sldId="261"/>
            <ac:spMk id="15" creationId="{00000000-0000-0000-0000-000000000000}"/>
          </ac:spMkLst>
        </pc:spChg>
        <pc:spChg chg="mod">
          <ac:chgData name="Akshith Bajjuri" userId="9b4140f87bba0d65" providerId="LiveId" clId="{2A731562-1615-477A-B2E1-D19D4F01A6FC}" dt="2026-10-08T06:15:53.631" v="370" actId="255"/>
          <ac:spMkLst>
            <pc:docMk/>
            <pc:sldMk cId="0" sldId="261"/>
            <ac:spMk id="16" creationId="{00000000-0000-0000-0000-000000000000}"/>
          </ac:spMkLst>
        </pc:spChg>
        <pc:spChg chg="mod">
          <ac:chgData name="Akshith Bajjuri" userId="9b4140f87bba0d65" providerId="LiveId" clId="{2A731562-1615-477A-B2E1-D19D4F01A6FC}" dt="2026-10-08T06:16:49.147" v="375" actId="255"/>
          <ac:spMkLst>
            <pc:docMk/>
            <pc:sldMk cId="0" sldId="261"/>
            <ac:spMk id="18" creationId="{00000000-0000-0000-0000-000000000000}"/>
          </ac:spMkLst>
        </pc:spChg>
      </pc:sldChg>
      <pc:sldChg chg="modSp mod">
        <pc:chgData name="Akshith Bajjuri" userId="9b4140f87bba0d65" providerId="LiveId" clId="{2A731562-1615-477A-B2E1-D19D4F01A6FC}" dt="2026-10-08T06:19:53.942" v="392" actId="255"/>
        <pc:sldMkLst>
          <pc:docMk/>
          <pc:sldMk cId="0" sldId="262"/>
        </pc:sldMkLst>
        <pc:spChg chg="mod">
          <ac:chgData name="Akshith Bajjuri" userId="9b4140f87bba0d65" providerId="LiveId" clId="{2A731562-1615-477A-B2E1-D19D4F01A6FC}" dt="2026-10-08T06:19:45.627" v="391" actId="255"/>
          <ac:spMkLst>
            <pc:docMk/>
            <pc:sldMk cId="0" sldId="262"/>
            <ac:spMk id="3" creationId="{00000000-0000-0000-0000-000000000000}"/>
          </ac:spMkLst>
        </pc:spChg>
        <pc:spChg chg="mod">
          <ac:chgData name="Akshith Bajjuri" userId="9b4140f87bba0d65" providerId="LiveId" clId="{2A731562-1615-477A-B2E1-D19D4F01A6FC}" dt="2026-10-08T06:19:53.942" v="392" actId="255"/>
          <ac:spMkLst>
            <pc:docMk/>
            <pc:sldMk cId="0" sldId="262"/>
            <ac:spMk id="4" creationId="{00000000-0000-0000-0000-000000000000}"/>
          </ac:spMkLst>
        </pc:spChg>
        <pc:spChg chg="mod">
          <ac:chgData name="Akshith Bajjuri" userId="9b4140f87bba0d65" providerId="LiveId" clId="{2A731562-1615-477A-B2E1-D19D4F01A6FC}" dt="2026-10-08T06:19:19.270" v="390" actId="255"/>
          <ac:spMkLst>
            <pc:docMk/>
            <pc:sldMk cId="0" sldId="262"/>
            <ac:spMk id="6" creationId="{00000000-0000-0000-0000-000000000000}"/>
          </ac:spMkLst>
        </pc:spChg>
        <pc:spChg chg="mod">
          <ac:chgData name="Akshith Bajjuri" userId="9b4140f87bba0d65" providerId="LiveId" clId="{2A731562-1615-477A-B2E1-D19D4F01A6FC}" dt="2026-10-08T06:19:13.089" v="389" actId="255"/>
          <ac:spMkLst>
            <pc:docMk/>
            <pc:sldMk cId="0" sldId="262"/>
            <ac:spMk id="9" creationId="{00000000-0000-0000-0000-000000000000}"/>
          </ac:spMkLst>
        </pc:spChg>
        <pc:spChg chg="mod">
          <ac:chgData name="Akshith Bajjuri" userId="9b4140f87bba0d65" providerId="LiveId" clId="{2A731562-1615-477A-B2E1-D19D4F01A6FC}" dt="2026-10-08T06:19:06.095" v="388" actId="255"/>
          <ac:spMkLst>
            <pc:docMk/>
            <pc:sldMk cId="0" sldId="262"/>
            <ac:spMk id="12" creationId="{00000000-0000-0000-0000-000000000000}"/>
          </ac:spMkLst>
        </pc:spChg>
        <pc:spChg chg="mod">
          <ac:chgData name="Akshith Bajjuri" userId="9b4140f87bba0d65" providerId="LiveId" clId="{2A731562-1615-477A-B2E1-D19D4F01A6FC}" dt="2026-10-08T06:18:51.762" v="386" actId="255"/>
          <ac:spMkLst>
            <pc:docMk/>
            <pc:sldMk cId="0" sldId="262"/>
            <ac:spMk id="15" creationId="{00000000-0000-0000-0000-000000000000}"/>
          </ac:spMkLst>
        </pc:spChg>
        <pc:spChg chg="mod">
          <ac:chgData name="Akshith Bajjuri" userId="9b4140f87bba0d65" providerId="LiveId" clId="{2A731562-1615-477A-B2E1-D19D4F01A6FC}" dt="2026-10-08T06:18:45.599" v="385" actId="255"/>
          <ac:spMkLst>
            <pc:docMk/>
            <pc:sldMk cId="0" sldId="262"/>
            <ac:spMk id="18" creationId="{00000000-0000-0000-0000-000000000000}"/>
          </ac:spMkLst>
        </pc:spChg>
        <pc:spChg chg="mod">
          <ac:chgData name="Akshith Bajjuri" userId="9b4140f87bba0d65" providerId="LiveId" clId="{2A731562-1615-477A-B2E1-D19D4F01A6FC}" dt="2026-10-08T06:18:17.931" v="382" actId="255"/>
          <ac:spMkLst>
            <pc:docMk/>
            <pc:sldMk cId="0" sldId="262"/>
            <ac:spMk id="21" creationId="{00000000-0000-0000-0000-000000000000}"/>
          </ac:spMkLst>
        </pc:spChg>
        <pc:spChg chg="mod">
          <ac:chgData name="Akshith Bajjuri" userId="9b4140f87bba0d65" providerId="LiveId" clId="{2A731562-1615-477A-B2E1-D19D4F01A6FC}" dt="2026-10-08T06:18:03.006" v="381" actId="255"/>
          <ac:spMkLst>
            <pc:docMk/>
            <pc:sldMk cId="0" sldId="262"/>
            <ac:spMk id="22" creationId="{00000000-0000-0000-0000-000000000000}"/>
          </ac:spMkLst>
        </pc:spChg>
        <pc:spChg chg="mod">
          <ac:chgData name="Akshith Bajjuri" userId="9b4140f87bba0d65" providerId="LiveId" clId="{2A731562-1615-477A-B2E1-D19D4F01A6FC}" dt="2026-10-08T06:18:24.735" v="383" actId="255"/>
          <ac:spMkLst>
            <pc:docMk/>
            <pc:sldMk cId="0" sldId="262"/>
            <ac:spMk id="24" creationId="{00000000-0000-0000-0000-000000000000}"/>
          </ac:spMkLst>
        </pc:spChg>
        <pc:spChg chg="mod">
          <ac:chgData name="Akshith Bajjuri" userId="9b4140f87bba0d65" providerId="LiveId" clId="{2A731562-1615-477A-B2E1-D19D4F01A6FC}" dt="2026-10-08T06:17:54.222" v="380" actId="255"/>
          <ac:spMkLst>
            <pc:docMk/>
            <pc:sldMk cId="0" sldId="262"/>
            <ac:spMk id="25" creationId="{00000000-0000-0000-0000-000000000000}"/>
          </ac:spMkLst>
        </pc:spChg>
        <pc:spChg chg="mod">
          <ac:chgData name="Akshith Bajjuri" userId="9b4140f87bba0d65" providerId="LiveId" clId="{2A731562-1615-477A-B2E1-D19D4F01A6FC}" dt="2026-10-08T06:18:36.622" v="384" actId="255"/>
          <ac:spMkLst>
            <pc:docMk/>
            <pc:sldMk cId="0" sldId="262"/>
            <ac:spMk id="27" creationId="{00000000-0000-0000-0000-000000000000}"/>
          </ac:spMkLst>
        </pc:spChg>
        <pc:spChg chg="mod">
          <ac:chgData name="Akshith Bajjuri" userId="9b4140f87bba0d65" providerId="LiveId" clId="{2A731562-1615-477A-B2E1-D19D4F01A6FC}" dt="2026-10-08T06:17:46.999" v="379" actId="255"/>
          <ac:spMkLst>
            <pc:docMk/>
            <pc:sldMk cId="0" sldId="262"/>
            <ac:spMk id="28" creationId="{00000000-0000-0000-0000-000000000000}"/>
          </ac:spMkLst>
        </pc:spChg>
        <pc:spChg chg="mod">
          <ac:chgData name="Akshith Bajjuri" userId="9b4140f87bba0d65" providerId="LiveId" clId="{2A731562-1615-477A-B2E1-D19D4F01A6FC}" dt="2026-10-08T06:17:22.837" v="377" actId="255"/>
          <ac:spMkLst>
            <pc:docMk/>
            <pc:sldMk cId="0" sldId="262"/>
            <ac:spMk id="30" creationId="{00000000-0000-0000-0000-000000000000}"/>
          </ac:spMkLst>
        </pc:spChg>
        <pc:spChg chg="mod">
          <ac:chgData name="Akshith Bajjuri" userId="9b4140f87bba0d65" providerId="LiveId" clId="{2A731562-1615-477A-B2E1-D19D4F01A6FC}" dt="2026-10-08T06:17:32.705" v="378" actId="255"/>
          <ac:spMkLst>
            <pc:docMk/>
            <pc:sldMk cId="0" sldId="262"/>
            <ac:spMk id="31" creationId="{00000000-0000-0000-0000-000000000000}"/>
          </ac:spMkLst>
        </pc:spChg>
        <pc:spChg chg="mod">
          <ac:chgData name="Akshith Bajjuri" userId="9b4140f87bba0d65" providerId="LiveId" clId="{2A731562-1615-477A-B2E1-D19D4F01A6FC}" dt="2026-10-08T06:17:12.475" v="376" actId="255"/>
          <ac:spMkLst>
            <pc:docMk/>
            <pc:sldMk cId="0" sldId="262"/>
            <ac:spMk id="33" creationId="{00000000-0000-0000-0000-000000000000}"/>
          </ac:spMkLst>
        </pc:spChg>
      </pc:sldChg>
      <pc:sldChg chg="modSp mod">
        <pc:chgData name="Akshith Bajjuri" userId="9b4140f87bba0d65" providerId="LiveId" clId="{2A731562-1615-477A-B2E1-D19D4F01A6FC}" dt="2026-10-08T09:26:02.272" v="419" actId="255"/>
        <pc:sldMkLst>
          <pc:docMk/>
          <pc:sldMk cId="0" sldId="263"/>
        </pc:sldMkLst>
        <pc:spChg chg="mod">
          <ac:chgData name="Akshith Bajjuri" userId="9b4140f87bba0d65" providerId="LiveId" clId="{2A731562-1615-477A-B2E1-D19D4F01A6FC}" dt="2026-10-08T06:20:04.897" v="393" actId="255"/>
          <ac:spMkLst>
            <pc:docMk/>
            <pc:sldMk cId="0" sldId="263"/>
            <ac:spMk id="3" creationId="{00000000-0000-0000-0000-000000000000}"/>
          </ac:spMkLst>
        </pc:spChg>
        <pc:spChg chg="mod">
          <ac:chgData name="Akshith Bajjuri" userId="9b4140f87bba0d65" providerId="LiveId" clId="{2A731562-1615-477A-B2E1-D19D4F01A6FC}" dt="2026-10-08T06:20:17.527" v="394" actId="255"/>
          <ac:spMkLst>
            <pc:docMk/>
            <pc:sldMk cId="0" sldId="263"/>
            <ac:spMk id="4" creationId="{00000000-0000-0000-0000-000000000000}"/>
          </ac:spMkLst>
        </pc:spChg>
        <pc:spChg chg="mod">
          <ac:chgData name="Akshith Bajjuri" userId="9b4140f87bba0d65" providerId="LiveId" clId="{2A731562-1615-477A-B2E1-D19D4F01A6FC}" dt="2026-10-08T06:20:42.755" v="396" actId="255"/>
          <ac:spMkLst>
            <pc:docMk/>
            <pc:sldMk cId="0" sldId="263"/>
            <ac:spMk id="6" creationId="{00000000-0000-0000-0000-000000000000}"/>
          </ac:spMkLst>
        </pc:spChg>
        <pc:spChg chg="mod">
          <ac:chgData name="Akshith Bajjuri" userId="9b4140f87bba0d65" providerId="LiveId" clId="{2A731562-1615-477A-B2E1-D19D4F01A6FC}" dt="2026-10-08T06:20:31.377" v="395" actId="255"/>
          <ac:spMkLst>
            <pc:docMk/>
            <pc:sldMk cId="0" sldId="263"/>
            <ac:spMk id="7" creationId="{00000000-0000-0000-0000-000000000000}"/>
          </ac:spMkLst>
        </pc:spChg>
        <pc:spChg chg="mod">
          <ac:chgData name="Akshith Bajjuri" userId="9b4140f87bba0d65" providerId="LiveId" clId="{2A731562-1615-477A-B2E1-D19D4F01A6FC}" dt="2026-10-08T06:20:50.854" v="397" actId="255"/>
          <ac:spMkLst>
            <pc:docMk/>
            <pc:sldMk cId="0" sldId="263"/>
            <ac:spMk id="9" creationId="{00000000-0000-0000-0000-000000000000}"/>
          </ac:spMkLst>
        </pc:spChg>
        <pc:spChg chg="mod">
          <ac:chgData name="Akshith Bajjuri" userId="9b4140f87bba0d65" providerId="LiveId" clId="{2A731562-1615-477A-B2E1-D19D4F01A6FC}" dt="2026-10-08T06:21:08.596" v="398" actId="255"/>
          <ac:spMkLst>
            <pc:docMk/>
            <pc:sldMk cId="0" sldId="263"/>
            <ac:spMk id="10" creationId="{00000000-0000-0000-0000-000000000000}"/>
          </ac:spMkLst>
        </pc:spChg>
        <pc:spChg chg="mod">
          <ac:chgData name="Akshith Bajjuri" userId="9b4140f87bba0d65" providerId="LiveId" clId="{2A731562-1615-477A-B2E1-D19D4F01A6FC}" dt="2026-10-08T06:21:37.360" v="400" actId="255"/>
          <ac:spMkLst>
            <pc:docMk/>
            <pc:sldMk cId="0" sldId="263"/>
            <ac:spMk id="12" creationId="{00000000-0000-0000-0000-000000000000}"/>
          </ac:spMkLst>
        </pc:spChg>
        <pc:spChg chg="mod">
          <ac:chgData name="Akshith Bajjuri" userId="9b4140f87bba0d65" providerId="LiveId" clId="{2A731562-1615-477A-B2E1-D19D4F01A6FC}" dt="2026-10-08T06:21:24.140" v="399" actId="255"/>
          <ac:spMkLst>
            <pc:docMk/>
            <pc:sldMk cId="0" sldId="263"/>
            <ac:spMk id="13" creationId="{00000000-0000-0000-0000-000000000000}"/>
          </ac:spMkLst>
        </pc:spChg>
        <pc:spChg chg="mod">
          <ac:chgData name="Akshith Bajjuri" userId="9b4140f87bba0d65" providerId="LiveId" clId="{2A731562-1615-477A-B2E1-D19D4F01A6FC}" dt="2026-10-08T06:21:55.599" v="402" actId="255"/>
          <ac:spMkLst>
            <pc:docMk/>
            <pc:sldMk cId="0" sldId="263"/>
            <ac:spMk id="15" creationId="{00000000-0000-0000-0000-000000000000}"/>
          </ac:spMkLst>
        </pc:spChg>
        <pc:spChg chg="mod">
          <ac:chgData name="Akshith Bajjuri" userId="9b4140f87bba0d65" providerId="LiveId" clId="{2A731562-1615-477A-B2E1-D19D4F01A6FC}" dt="2026-10-08T06:21:46.749" v="401" actId="255"/>
          <ac:spMkLst>
            <pc:docMk/>
            <pc:sldMk cId="0" sldId="263"/>
            <ac:spMk id="16" creationId="{00000000-0000-0000-0000-000000000000}"/>
          </ac:spMkLst>
        </pc:spChg>
        <pc:spChg chg="mod">
          <ac:chgData name="Akshith Bajjuri" userId="9b4140f87bba0d65" providerId="LiveId" clId="{2A731562-1615-477A-B2E1-D19D4F01A6FC}" dt="2026-10-08T06:22:06.598" v="403" actId="255"/>
          <ac:spMkLst>
            <pc:docMk/>
            <pc:sldMk cId="0" sldId="263"/>
            <ac:spMk id="18" creationId="{00000000-0000-0000-0000-000000000000}"/>
          </ac:spMkLst>
        </pc:spChg>
        <pc:spChg chg="mod">
          <ac:chgData name="Akshith Bajjuri" userId="9b4140f87bba0d65" providerId="LiveId" clId="{2A731562-1615-477A-B2E1-D19D4F01A6FC}" dt="2026-10-08T06:24:29.827" v="410" actId="255"/>
          <ac:spMkLst>
            <pc:docMk/>
            <pc:sldMk cId="0" sldId="263"/>
            <ac:spMk id="19" creationId="{00000000-0000-0000-0000-000000000000}"/>
          </ac:spMkLst>
        </pc:spChg>
        <pc:spChg chg="mod">
          <ac:chgData name="Akshith Bajjuri" userId="9b4140f87bba0d65" providerId="LiveId" clId="{2A731562-1615-477A-B2E1-D19D4F01A6FC}" dt="2026-10-08T06:22:13.513" v="404" actId="255"/>
          <ac:spMkLst>
            <pc:docMk/>
            <pc:sldMk cId="0" sldId="263"/>
            <ac:spMk id="21" creationId="{00000000-0000-0000-0000-000000000000}"/>
          </ac:spMkLst>
        </pc:spChg>
        <pc:spChg chg="mod">
          <ac:chgData name="Akshith Bajjuri" userId="9b4140f87bba0d65" providerId="LiveId" clId="{2A731562-1615-477A-B2E1-D19D4F01A6FC}" dt="2026-10-08T06:24:22.361" v="409" actId="255"/>
          <ac:spMkLst>
            <pc:docMk/>
            <pc:sldMk cId="0" sldId="263"/>
            <ac:spMk id="22" creationId="{00000000-0000-0000-0000-000000000000}"/>
          </ac:spMkLst>
        </pc:spChg>
        <pc:spChg chg="mod">
          <ac:chgData name="Akshith Bajjuri" userId="9b4140f87bba0d65" providerId="LiveId" clId="{2A731562-1615-477A-B2E1-D19D4F01A6FC}" dt="2026-10-08T06:22:23.184" v="405" actId="255"/>
          <ac:spMkLst>
            <pc:docMk/>
            <pc:sldMk cId="0" sldId="263"/>
            <ac:spMk id="24" creationId="{00000000-0000-0000-0000-000000000000}"/>
          </ac:spMkLst>
        </pc:spChg>
        <pc:spChg chg="mod">
          <ac:chgData name="Akshith Bajjuri" userId="9b4140f87bba0d65" providerId="LiveId" clId="{2A731562-1615-477A-B2E1-D19D4F01A6FC}" dt="2026-10-08T06:24:05.585" v="408" actId="255"/>
          <ac:spMkLst>
            <pc:docMk/>
            <pc:sldMk cId="0" sldId="263"/>
            <ac:spMk id="25" creationId="{00000000-0000-0000-0000-000000000000}"/>
          </ac:spMkLst>
        </pc:spChg>
        <pc:spChg chg="mod">
          <ac:chgData name="Akshith Bajjuri" userId="9b4140f87bba0d65" providerId="LiveId" clId="{2A731562-1615-477A-B2E1-D19D4F01A6FC}" dt="2026-10-08T06:23:44.155" v="406" actId="255"/>
          <ac:spMkLst>
            <pc:docMk/>
            <pc:sldMk cId="0" sldId="263"/>
            <ac:spMk id="27" creationId="{00000000-0000-0000-0000-000000000000}"/>
          </ac:spMkLst>
        </pc:spChg>
        <pc:spChg chg="mod">
          <ac:chgData name="Akshith Bajjuri" userId="9b4140f87bba0d65" providerId="LiveId" clId="{2A731562-1615-477A-B2E1-D19D4F01A6FC}" dt="2026-10-08T06:23:56.527" v="407" actId="255"/>
          <ac:spMkLst>
            <pc:docMk/>
            <pc:sldMk cId="0" sldId="263"/>
            <ac:spMk id="28" creationId="{00000000-0000-0000-0000-000000000000}"/>
          </ac:spMkLst>
        </pc:spChg>
        <pc:spChg chg="mod">
          <ac:chgData name="Akshith Bajjuri" userId="9b4140f87bba0d65" providerId="LiveId" clId="{2A731562-1615-477A-B2E1-D19D4F01A6FC}" dt="2026-10-08T06:24:47.628" v="412" actId="255"/>
          <ac:spMkLst>
            <pc:docMk/>
            <pc:sldMk cId="0" sldId="263"/>
            <ac:spMk id="30" creationId="{00000000-0000-0000-0000-000000000000}"/>
          </ac:spMkLst>
        </pc:spChg>
        <pc:spChg chg="mod">
          <ac:chgData name="Akshith Bajjuri" userId="9b4140f87bba0d65" providerId="LiveId" clId="{2A731562-1615-477A-B2E1-D19D4F01A6FC}" dt="2026-10-08T06:24:37.764" v="411" actId="255"/>
          <ac:spMkLst>
            <pc:docMk/>
            <pc:sldMk cId="0" sldId="263"/>
            <ac:spMk id="31" creationId="{00000000-0000-0000-0000-000000000000}"/>
          </ac:spMkLst>
        </pc:spChg>
        <pc:spChg chg="mod">
          <ac:chgData name="Akshith Bajjuri" userId="9b4140f87bba0d65" providerId="LiveId" clId="{2A731562-1615-477A-B2E1-D19D4F01A6FC}" dt="2026-10-08T06:25:00.990" v="413" actId="255"/>
          <ac:spMkLst>
            <pc:docMk/>
            <pc:sldMk cId="0" sldId="263"/>
            <ac:spMk id="33" creationId="{00000000-0000-0000-0000-000000000000}"/>
          </ac:spMkLst>
        </pc:spChg>
        <pc:spChg chg="mod">
          <ac:chgData name="Akshith Bajjuri" userId="9b4140f87bba0d65" providerId="LiveId" clId="{2A731562-1615-477A-B2E1-D19D4F01A6FC}" dt="2026-10-08T06:25:19.539" v="414" actId="255"/>
          <ac:spMkLst>
            <pc:docMk/>
            <pc:sldMk cId="0" sldId="263"/>
            <ac:spMk id="34" creationId="{00000000-0000-0000-0000-000000000000}"/>
          </ac:spMkLst>
        </pc:spChg>
        <pc:spChg chg="mod">
          <ac:chgData name="Akshith Bajjuri" userId="9b4140f87bba0d65" providerId="LiveId" clId="{2A731562-1615-477A-B2E1-D19D4F01A6FC}" dt="2026-10-08T09:25:27.781" v="416" actId="255"/>
          <ac:spMkLst>
            <pc:docMk/>
            <pc:sldMk cId="0" sldId="263"/>
            <ac:spMk id="36" creationId="{00000000-0000-0000-0000-000000000000}"/>
          </ac:spMkLst>
        </pc:spChg>
        <pc:spChg chg="mod">
          <ac:chgData name="Akshith Bajjuri" userId="9b4140f87bba0d65" providerId="LiveId" clId="{2A731562-1615-477A-B2E1-D19D4F01A6FC}" dt="2026-10-08T09:25:19.710" v="415" actId="255"/>
          <ac:spMkLst>
            <pc:docMk/>
            <pc:sldMk cId="0" sldId="263"/>
            <ac:spMk id="37" creationId="{00000000-0000-0000-0000-000000000000}"/>
          </ac:spMkLst>
        </pc:spChg>
        <pc:spChg chg="mod">
          <ac:chgData name="Akshith Bajjuri" userId="9b4140f87bba0d65" providerId="LiveId" clId="{2A731562-1615-477A-B2E1-D19D4F01A6FC}" dt="2026-10-08T09:25:36.838" v="417" actId="255"/>
          <ac:spMkLst>
            <pc:docMk/>
            <pc:sldMk cId="0" sldId="263"/>
            <ac:spMk id="39" creationId="{00000000-0000-0000-0000-000000000000}"/>
          </ac:spMkLst>
        </pc:spChg>
        <pc:spChg chg="mod">
          <ac:chgData name="Akshith Bajjuri" userId="9b4140f87bba0d65" providerId="LiveId" clId="{2A731562-1615-477A-B2E1-D19D4F01A6FC}" dt="2026-10-08T09:25:43.998" v="418" actId="255"/>
          <ac:spMkLst>
            <pc:docMk/>
            <pc:sldMk cId="0" sldId="263"/>
            <ac:spMk id="40" creationId="{00000000-0000-0000-0000-000000000000}"/>
          </ac:spMkLst>
        </pc:spChg>
        <pc:spChg chg="mod">
          <ac:chgData name="Akshith Bajjuri" userId="9b4140f87bba0d65" providerId="LiveId" clId="{2A731562-1615-477A-B2E1-D19D4F01A6FC}" dt="2026-10-08T09:26:02.272" v="419" actId="255"/>
          <ac:spMkLst>
            <pc:docMk/>
            <pc:sldMk cId="0" sldId="263"/>
            <ac:spMk id="42" creationId="{00000000-0000-0000-0000-000000000000}"/>
          </ac:spMkLst>
        </pc:spChg>
      </pc:sldChg>
      <pc:sldChg chg="modSp mod">
        <pc:chgData name="Akshith Bajjuri" userId="9b4140f87bba0d65" providerId="LiveId" clId="{2A731562-1615-477A-B2E1-D19D4F01A6FC}" dt="2026-10-08T09:30:41.830" v="439" actId="255"/>
        <pc:sldMkLst>
          <pc:docMk/>
          <pc:sldMk cId="0" sldId="264"/>
        </pc:sldMkLst>
        <pc:spChg chg="mod">
          <ac:chgData name="Akshith Bajjuri" userId="9b4140f87bba0d65" providerId="LiveId" clId="{2A731562-1615-477A-B2E1-D19D4F01A6FC}" dt="2026-10-08T09:26:33.284" v="421" actId="255"/>
          <ac:spMkLst>
            <pc:docMk/>
            <pc:sldMk cId="0" sldId="264"/>
            <ac:spMk id="3" creationId="{00000000-0000-0000-0000-000000000000}"/>
          </ac:spMkLst>
        </pc:spChg>
        <pc:spChg chg="mod">
          <ac:chgData name="Akshith Bajjuri" userId="9b4140f87bba0d65" providerId="LiveId" clId="{2A731562-1615-477A-B2E1-D19D4F01A6FC}" dt="2026-10-08T09:27:40.778" v="423" actId="255"/>
          <ac:spMkLst>
            <pc:docMk/>
            <pc:sldMk cId="0" sldId="264"/>
            <ac:spMk id="4" creationId="{00000000-0000-0000-0000-000000000000}"/>
          </ac:spMkLst>
        </pc:spChg>
        <pc:spChg chg="mod">
          <ac:chgData name="Akshith Bajjuri" userId="9b4140f87bba0d65" providerId="LiveId" clId="{2A731562-1615-477A-B2E1-D19D4F01A6FC}" dt="2026-10-08T09:27:50.993" v="424" actId="255"/>
          <ac:spMkLst>
            <pc:docMk/>
            <pc:sldMk cId="0" sldId="264"/>
            <ac:spMk id="6" creationId="{00000000-0000-0000-0000-000000000000}"/>
          </ac:spMkLst>
        </pc:spChg>
        <pc:spChg chg="mod">
          <ac:chgData name="Akshith Bajjuri" userId="9b4140f87bba0d65" providerId="LiveId" clId="{2A731562-1615-477A-B2E1-D19D4F01A6FC}" dt="2026-10-08T09:29:12.930" v="429" actId="255"/>
          <ac:spMkLst>
            <pc:docMk/>
            <pc:sldMk cId="0" sldId="264"/>
            <ac:spMk id="8" creationId="{00000000-0000-0000-0000-000000000000}"/>
          </ac:spMkLst>
        </pc:spChg>
        <pc:spChg chg="mod">
          <ac:chgData name="Akshith Bajjuri" userId="9b4140f87bba0d65" providerId="LiveId" clId="{2A731562-1615-477A-B2E1-D19D4F01A6FC}" dt="2026-10-08T09:29:21.605" v="430" actId="255"/>
          <ac:spMkLst>
            <pc:docMk/>
            <pc:sldMk cId="0" sldId="264"/>
            <ac:spMk id="10" creationId="{00000000-0000-0000-0000-000000000000}"/>
          </ac:spMkLst>
        </pc:spChg>
        <pc:spChg chg="mod">
          <ac:chgData name="Akshith Bajjuri" userId="9b4140f87bba0d65" providerId="LiveId" clId="{2A731562-1615-477A-B2E1-D19D4F01A6FC}" dt="2026-10-08T09:29:01.699" v="428" actId="255"/>
          <ac:spMkLst>
            <pc:docMk/>
            <pc:sldMk cId="0" sldId="264"/>
            <ac:spMk id="11" creationId="{00000000-0000-0000-0000-000000000000}"/>
          </ac:spMkLst>
        </pc:spChg>
        <pc:spChg chg="mod">
          <ac:chgData name="Akshith Bajjuri" userId="9b4140f87bba0d65" providerId="LiveId" clId="{2A731562-1615-477A-B2E1-D19D4F01A6FC}" dt="2026-10-08T09:30:30.528" v="438" actId="255"/>
          <ac:spMkLst>
            <pc:docMk/>
            <pc:sldMk cId="0" sldId="264"/>
            <ac:spMk id="13" creationId="{00000000-0000-0000-0000-000000000000}"/>
          </ac:spMkLst>
        </pc:spChg>
        <pc:spChg chg="mod">
          <ac:chgData name="Akshith Bajjuri" userId="9b4140f87bba0d65" providerId="LiveId" clId="{2A731562-1615-477A-B2E1-D19D4F01A6FC}" dt="2026-10-08T09:28:54.567" v="427" actId="255"/>
          <ac:spMkLst>
            <pc:docMk/>
            <pc:sldMk cId="0" sldId="264"/>
            <ac:spMk id="14" creationId="{00000000-0000-0000-0000-000000000000}"/>
          </ac:spMkLst>
        </pc:spChg>
        <pc:spChg chg="mod">
          <ac:chgData name="Akshith Bajjuri" userId="9b4140f87bba0d65" providerId="LiveId" clId="{2A731562-1615-477A-B2E1-D19D4F01A6FC}" dt="2026-10-08T09:30:41.830" v="439" actId="255"/>
          <ac:spMkLst>
            <pc:docMk/>
            <pc:sldMk cId="0" sldId="264"/>
            <ac:spMk id="16" creationId="{00000000-0000-0000-0000-000000000000}"/>
          </ac:spMkLst>
        </pc:spChg>
        <pc:spChg chg="mod">
          <ac:chgData name="Akshith Bajjuri" userId="9b4140f87bba0d65" providerId="LiveId" clId="{2A731562-1615-477A-B2E1-D19D4F01A6FC}" dt="2026-10-08T09:28:47.742" v="426" actId="255"/>
          <ac:spMkLst>
            <pc:docMk/>
            <pc:sldMk cId="0" sldId="264"/>
            <ac:spMk id="17" creationId="{00000000-0000-0000-0000-000000000000}"/>
          </ac:spMkLst>
        </pc:spChg>
        <pc:spChg chg="mod">
          <ac:chgData name="Akshith Bajjuri" userId="9b4140f87bba0d65" providerId="LiveId" clId="{2A731562-1615-477A-B2E1-D19D4F01A6FC}" dt="2026-10-08T09:28:09.839" v="425" actId="255"/>
          <ac:spMkLst>
            <pc:docMk/>
            <pc:sldMk cId="0" sldId="264"/>
            <ac:spMk id="19" creationId="{00000000-0000-0000-0000-000000000000}"/>
          </ac:spMkLst>
        </pc:spChg>
      </pc:sldChg>
      <pc:sldChg chg="modSp mod">
        <pc:chgData name="Akshith Bajjuri" userId="9b4140f87bba0d65" providerId="LiveId" clId="{2A731562-1615-477A-B2E1-D19D4F01A6FC}" dt="2026-10-08T09:34:34.784" v="454" actId="255"/>
        <pc:sldMkLst>
          <pc:docMk/>
          <pc:sldMk cId="0" sldId="265"/>
        </pc:sldMkLst>
        <pc:spChg chg="mod">
          <ac:chgData name="Akshith Bajjuri" userId="9b4140f87bba0d65" providerId="LiveId" clId="{2A731562-1615-477A-B2E1-D19D4F01A6FC}" dt="2026-10-08T09:30:57.468" v="440" actId="255"/>
          <ac:spMkLst>
            <pc:docMk/>
            <pc:sldMk cId="0" sldId="265"/>
            <ac:spMk id="3" creationId="{00000000-0000-0000-0000-000000000000}"/>
          </ac:spMkLst>
        </pc:spChg>
        <pc:spChg chg="mod">
          <ac:chgData name="Akshith Bajjuri" userId="9b4140f87bba0d65" providerId="LiveId" clId="{2A731562-1615-477A-B2E1-D19D4F01A6FC}" dt="2026-10-08T09:31:05.335" v="441" actId="255"/>
          <ac:spMkLst>
            <pc:docMk/>
            <pc:sldMk cId="0" sldId="265"/>
            <ac:spMk id="4" creationId="{00000000-0000-0000-0000-000000000000}"/>
          </ac:spMkLst>
        </pc:spChg>
        <pc:spChg chg="mod">
          <ac:chgData name="Akshith Bajjuri" userId="9b4140f87bba0d65" providerId="LiveId" clId="{2A731562-1615-477A-B2E1-D19D4F01A6FC}" dt="2026-10-08T09:31:34.547" v="442" actId="255"/>
          <ac:spMkLst>
            <pc:docMk/>
            <pc:sldMk cId="0" sldId="265"/>
            <ac:spMk id="6" creationId="{00000000-0000-0000-0000-000000000000}"/>
          </ac:spMkLst>
        </pc:spChg>
        <pc:spChg chg="mod">
          <ac:chgData name="Akshith Bajjuri" userId="9b4140f87bba0d65" providerId="LiveId" clId="{2A731562-1615-477A-B2E1-D19D4F01A6FC}" dt="2026-10-08T09:31:48.269" v="443" actId="255"/>
          <ac:spMkLst>
            <pc:docMk/>
            <pc:sldMk cId="0" sldId="265"/>
            <ac:spMk id="8" creationId="{00000000-0000-0000-0000-000000000000}"/>
          </ac:spMkLst>
        </pc:spChg>
        <pc:spChg chg="mod">
          <ac:chgData name="Akshith Bajjuri" userId="9b4140f87bba0d65" providerId="LiveId" clId="{2A731562-1615-477A-B2E1-D19D4F01A6FC}" dt="2026-10-08T09:32:34.346" v="445" actId="255"/>
          <ac:spMkLst>
            <pc:docMk/>
            <pc:sldMk cId="0" sldId="265"/>
            <ac:spMk id="10" creationId="{00000000-0000-0000-0000-000000000000}"/>
          </ac:spMkLst>
        </pc:spChg>
        <pc:spChg chg="mod">
          <ac:chgData name="Akshith Bajjuri" userId="9b4140f87bba0d65" providerId="LiveId" clId="{2A731562-1615-477A-B2E1-D19D4F01A6FC}" dt="2026-10-08T09:32:45.608" v="446" actId="255"/>
          <ac:spMkLst>
            <pc:docMk/>
            <pc:sldMk cId="0" sldId="265"/>
            <ac:spMk id="12" creationId="{00000000-0000-0000-0000-000000000000}"/>
          </ac:spMkLst>
        </pc:spChg>
        <pc:spChg chg="mod">
          <ac:chgData name="Akshith Bajjuri" userId="9b4140f87bba0d65" providerId="LiveId" clId="{2A731562-1615-477A-B2E1-D19D4F01A6FC}" dt="2026-10-08T09:32:58.110" v="447" actId="255"/>
          <ac:spMkLst>
            <pc:docMk/>
            <pc:sldMk cId="0" sldId="265"/>
            <ac:spMk id="14" creationId="{00000000-0000-0000-0000-000000000000}"/>
          </ac:spMkLst>
        </pc:spChg>
        <pc:spChg chg="mod">
          <ac:chgData name="Akshith Bajjuri" userId="9b4140f87bba0d65" providerId="LiveId" clId="{2A731562-1615-477A-B2E1-D19D4F01A6FC}" dt="2026-10-08T09:33:11.154" v="448" actId="255"/>
          <ac:spMkLst>
            <pc:docMk/>
            <pc:sldMk cId="0" sldId="265"/>
            <ac:spMk id="16" creationId="{00000000-0000-0000-0000-000000000000}"/>
          </ac:spMkLst>
        </pc:spChg>
        <pc:spChg chg="mod">
          <ac:chgData name="Akshith Bajjuri" userId="9b4140f87bba0d65" providerId="LiveId" clId="{2A731562-1615-477A-B2E1-D19D4F01A6FC}" dt="2026-10-08T09:34:34.784" v="454" actId="255"/>
          <ac:spMkLst>
            <pc:docMk/>
            <pc:sldMk cId="0" sldId="265"/>
            <ac:spMk id="17" creationId="{00000000-0000-0000-0000-000000000000}"/>
          </ac:spMkLst>
        </pc:spChg>
        <pc:spChg chg="mod">
          <ac:chgData name="Akshith Bajjuri" userId="9b4140f87bba0d65" providerId="LiveId" clId="{2A731562-1615-477A-B2E1-D19D4F01A6FC}" dt="2026-10-08T09:33:45.956" v="451" actId="255"/>
          <ac:spMkLst>
            <pc:docMk/>
            <pc:sldMk cId="0" sldId="265"/>
            <ac:spMk id="19" creationId="{00000000-0000-0000-0000-000000000000}"/>
          </ac:spMkLst>
        </pc:spChg>
        <pc:spChg chg="mod">
          <ac:chgData name="Akshith Bajjuri" userId="9b4140f87bba0d65" providerId="LiveId" clId="{2A731562-1615-477A-B2E1-D19D4F01A6FC}" dt="2026-10-08T09:34:15.661" v="453" actId="255"/>
          <ac:spMkLst>
            <pc:docMk/>
            <pc:sldMk cId="0" sldId="265"/>
            <ac:spMk id="20" creationId="{00000000-0000-0000-0000-000000000000}"/>
          </ac:spMkLst>
        </pc:spChg>
      </pc:sldChg>
      <pc:sldChg chg="modSp mod">
        <pc:chgData name="Akshith Bajjuri" userId="9b4140f87bba0d65" providerId="LiveId" clId="{2A731562-1615-477A-B2E1-D19D4F01A6FC}" dt="2026-10-08T09:36:20.472" v="462" actId="1076"/>
        <pc:sldMkLst>
          <pc:docMk/>
          <pc:sldMk cId="0" sldId="266"/>
        </pc:sldMkLst>
        <pc:spChg chg="mod">
          <ac:chgData name="Akshith Bajjuri" userId="9b4140f87bba0d65" providerId="LiveId" clId="{2A731562-1615-477A-B2E1-D19D4F01A6FC}" dt="2026-10-08T09:35:13.200" v="455" actId="255"/>
          <ac:spMkLst>
            <pc:docMk/>
            <pc:sldMk cId="0" sldId="266"/>
            <ac:spMk id="3" creationId="{00000000-0000-0000-0000-000000000000}"/>
          </ac:spMkLst>
        </pc:spChg>
        <pc:spChg chg="mod">
          <ac:chgData name="Akshith Bajjuri" userId="9b4140f87bba0d65" providerId="LiveId" clId="{2A731562-1615-477A-B2E1-D19D4F01A6FC}" dt="2026-10-08T09:35:23.427" v="456" actId="255"/>
          <ac:spMkLst>
            <pc:docMk/>
            <pc:sldMk cId="0" sldId="266"/>
            <ac:spMk id="4" creationId="{00000000-0000-0000-0000-000000000000}"/>
          </ac:spMkLst>
        </pc:spChg>
        <pc:spChg chg="mod">
          <ac:chgData name="Akshith Bajjuri" userId="9b4140f87bba0d65" providerId="LiveId" clId="{2A731562-1615-477A-B2E1-D19D4F01A6FC}" dt="2026-10-08T09:35:44.847" v="458" actId="255"/>
          <ac:spMkLst>
            <pc:docMk/>
            <pc:sldMk cId="0" sldId="266"/>
            <ac:spMk id="6" creationId="{00000000-0000-0000-0000-000000000000}"/>
          </ac:spMkLst>
        </pc:spChg>
        <pc:spChg chg="mod">
          <ac:chgData name="Akshith Bajjuri" userId="9b4140f87bba0d65" providerId="LiveId" clId="{2A731562-1615-477A-B2E1-D19D4F01A6FC}" dt="2026-10-08T09:36:09.794" v="461" actId="255"/>
          <ac:spMkLst>
            <pc:docMk/>
            <pc:sldMk cId="0" sldId="266"/>
            <ac:spMk id="8" creationId="{00000000-0000-0000-0000-000000000000}"/>
          </ac:spMkLst>
        </pc:spChg>
        <pc:spChg chg="mod">
          <ac:chgData name="Akshith Bajjuri" userId="9b4140f87bba0d65" providerId="LiveId" clId="{2A731562-1615-477A-B2E1-D19D4F01A6FC}" dt="2026-10-08T09:36:20.472" v="462" actId="1076"/>
          <ac:spMkLst>
            <pc:docMk/>
            <pc:sldMk cId="0" sldId="266"/>
            <ac:spMk id="9" creationId="{00000000-0000-0000-0000-000000000000}"/>
          </ac:spMkLst>
        </pc:spChg>
        <pc:spChg chg="mod">
          <ac:chgData name="Akshith Bajjuri" userId="9b4140f87bba0d65" providerId="LiveId" clId="{2A731562-1615-477A-B2E1-D19D4F01A6FC}" dt="2026-10-08T09:35:55.254" v="459" actId="255"/>
          <ac:spMkLst>
            <pc:docMk/>
            <pc:sldMk cId="0" sldId="266"/>
            <ac:spMk id="11" creationId="{00000000-0000-0000-0000-000000000000}"/>
          </ac:spMkLst>
        </pc:spChg>
      </pc:sldChg>
      <pc:sldChg chg="modSp mod">
        <pc:chgData name="Akshith Bajjuri" userId="9b4140f87bba0d65" providerId="LiveId" clId="{2A731562-1615-477A-B2E1-D19D4F01A6FC}" dt="2026-10-08T09:37:34.626" v="470" actId="255"/>
        <pc:sldMkLst>
          <pc:docMk/>
          <pc:sldMk cId="0" sldId="267"/>
        </pc:sldMkLst>
        <pc:spChg chg="mod">
          <ac:chgData name="Akshith Bajjuri" userId="9b4140f87bba0d65" providerId="LiveId" clId="{2A731562-1615-477A-B2E1-D19D4F01A6FC}" dt="2026-10-08T09:36:39.938" v="464" actId="255"/>
          <ac:spMkLst>
            <pc:docMk/>
            <pc:sldMk cId="0" sldId="267"/>
            <ac:spMk id="3" creationId="{00000000-0000-0000-0000-000000000000}"/>
          </ac:spMkLst>
        </pc:spChg>
        <pc:spChg chg="mod">
          <ac:chgData name="Akshith Bajjuri" userId="9b4140f87bba0d65" providerId="LiveId" clId="{2A731562-1615-477A-B2E1-D19D4F01A6FC}" dt="2026-10-08T09:36:47.653" v="465" actId="255"/>
          <ac:spMkLst>
            <pc:docMk/>
            <pc:sldMk cId="0" sldId="267"/>
            <ac:spMk id="4" creationId="{00000000-0000-0000-0000-000000000000}"/>
          </ac:spMkLst>
        </pc:spChg>
        <pc:spChg chg="mod">
          <ac:chgData name="Akshith Bajjuri" userId="9b4140f87bba0d65" providerId="LiveId" clId="{2A731562-1615-477A-B2E1-D19D4F01A6FC}" dt="2026-10-08T09:36:57.391" v="466" actId="255"/>
          <ac:spMkLst>
            <pc:docMk/>
            <pc:sldMk cId="0" sldId="267"/>
            <ac:spMk id="6" creationId="{00000000-0000-0000-0000-000000000000}"/>
          </ac:spMkLst>
        </pc:spChg>
        <pc:spChg chg="mod">
          <ac:chgData name="Akshith Bajjuri" userId="9b4140f87bba0d65" providerId="LiveId" clId="{2A731562-1615-477A-B2E1-D19D4F01A6FC}" dt="2026-10-08T09:37:07.579" v="467" actId="255"/>
          <ac:spMkLst>
            <pc:docMk/>
            <pc:sldMk cId="0" sldId="267"/>
            <ac:spMk id="8" creationId="{00000000-0000-0000-0000-000000000000}"/>
          </ac:spMkLst>
        </pc:spChg>
        <pc:spChg chg="mod">
          <ac:chgData name="Akshith Bajjuri" userId="9b4140f87bba0d65" providerId="LiveId" clId="{2A731562-1615-477A-B2E1-D19D4F01A6FC}" dt="2026-10-08T09:37:16.565" v="468" actId="255"/>
          <ac:spMkLst>
            <pc:docMk/>
            <pc:sldMk cId="0" sldId="267"/>
            <ac:spMk id="10" creationId="{00000000-0000-0000-0000-000000000000}"/>
          </ac:spMkLst>
        </pc:spChg>
        <pc:spChg chg="mod">
          <ac:chgData name="Akshith Bajjuri" userId="9b4140f87bba0d65" providerId="LiveId" clId="{2A731562-1615-477A-B2E1-D19D4F01A6FC}" dt="2026-10-08T09:37:34.626" v="470" actId="255"/>
          <ac:spMkLst>
            <pc:docMk/>
            <pc:sldMk cId="0" sldId="267"/>
            <ac:spMk id="12" creationId="{00000000-0000-0000-0000-000000000000}"/>
          </ac:spMkLst>
        </pc:spChg>
      </pc:sldChg>
      <pc:sldChg chg="modSp mod">
        <pc:chgData name="Akshith Bajjuri" userId="9b4140f87bba0d65" providerId="LiveId" clId="{2A731562-1615-477A-B2E1-D19D4F01A6FC}" dt="2026-10-08T09:41:19.811" v="490" actId="255"/>
        <pc:sldMkLst>
          <pc:docMk/>
          <pc:sldMk cId="0" sldId="268"/>
        </pc:sldMkLst>
        <pc:spChg chg="mod">
          <ac:chgData name="Akshith Bajjuri" userId="9b4140f87bba0d65" providerId="LiveId" clId="{2A731562-1615-477A-B2E1-D19D4F01A6FC}" dt="2026-10-08T09:37:51.784" v="471" actId="255"/>
          <ac:spMkLst>
            <pc:docMk/>
            <pc:sldMk cId="0" sldId="268"/>
            <ac:spMk id="3" creationId="{00000000-0000-0000-0000-000000000000}"/>
          </ac:spMkLst>
        </pc:spChg>
        <pc:spChg chg="mod">
          <ac:chgData name="Akshith Bajjuri" userId="9b4140f87bba0d65" providerId="LiveId" clId="{2A731562-1615-477A-B2E1-D19D4F01A6FC}" dt="2026-10-08T09:38:05.143" v="472" actId="255"/>
          <ac:spMkLst>
            <pc:docMk/>
            <pc:sldMk cId="0" sldId="268"/>
            <ac:spMk id="4" creationId="{00000000-0000-0000-0000-000000000000}"/>
          </ac:spMkLst>
        </pc:spChg>
        <pc:spChg chg="mod">
          <ac:chgData name="Akshith Bajjuri" userId="9b4140f87bba0d65" providerId="LiveId" clId="{2A731562-1615-477A-B2E1-D19D4F01A6FC}" dt="2026-10-08T09:38:16.369" v="473" actId="255"/>
          <ac:spMkLst>
            <pc:docMk/>
            <pc:sldMk cId="0" sldId="268"/>
            <ac:spMk id="6" creationId="{00000000-0000-0000-0000-000000000000}"/>
          </ac:spMkLst>
        </pc:spChg>
        <pc:spChg chg="mod">
          <ac:chgData name="Akshith Bajjuri" userId="9b4140f87bba0d65" providerId="LiveId" clId="{2A731562-1615-477A-B2E1-D19D4F01A6FC}" dt="2026-10-08T09:38:23.035" v="474" actId="255"/>
          <ac:spMkLst>
            <pc:docMk/>
            <pc:sldMk cId="0" sldId="268"/>
            <ac:spMk id="7" creationId="{00000000-0000-0000-0000-000000000000}"/>
          </ac:spMkLst>
        </pc:spChg>
        <pc:spChg chg="mod">
          <ac:chgData name="Akshith Bajjuri" userId="9b4140f87bba0d65" providerId="LiveId" clId="{2A731562-1615-477A-B2E1-D19D4F01A6FC}" dt="2026-10-08T09:38:40.504" v="475" actId="255"/>
          <ac:spMkLst>
            <pc:docMk/>
            <pc:sldMk cId="0" sldId="268"/>
            <ac:spMk id="10" creationId="{00000000-0000-0000-0000-000000000000}"/>
          </ac:spMkLst>
        </pc:spChg>
        <pc:spChg chg="mod">
          <ac:chgData name="Akshith Bajjuri" userId="9b4140f87bba0d65" providerId="LiveId" clId="{2A731562-1615-477A-B2E1-D19D4F01A6FC}" dt="2026-10-08T09:38:47.288" v="476" actId="255"/>
          <ac:spMkLst>
            <pc:docMk/>
            <pc:sldMk cId="0" sldId="268"/>
            <ac:spMk id="11" creationId="{00000000-0000-0000-0000-000000000000}"/>
          </ac:spMkLst>
        </pc:spChg>
        <pc:spChg chg="mod">
          <ac:chgData name="Akshith Bajjuri" userId="9b4140f87bba0d65" providerId="LiveId" clId="{2A731562-1615-477A-B2E1-D19D4F01A6FC}" dt="2026-10-08T09:38:57.555" v="477" actId="255"/>
          <ac:spMkLst>
            <pc:docMk/>
            <pc:sldMk cId="0" sldId="268"/>
            <ac:spMk id="12" creationId="{00000000-0000-0000-0000-000000000000}"/>
          </ac:spMkLst>
        </pc:spChg>
        <pc:spChg chg="mod">
          <ac:chgData name="Akshith Bajjuri" userId="9b4140f87bba0d65" providerId="LiveId" clId="{2A731562-1615-477A-B2E1-D19D4F01A6FC}" dt="2026-10-08T09:39:11.652" v="478" actId="255"/>
          <ac:spMkLst>
            <pc:docMk/>
            <pc:sldMk cId="0" sldId="268"/>
            <ac:spMk id="13" creationId="{00000000-0000-0000-0000-000000000000}"/>
          </ac:spMkLst>
        </pc:spChg>
        <pc:spChg chg="mod">
          <ac:chgData name="Akshith Bajjuri" userId="9b4140f87bba0d65" providerId="LiveId" clId="{2A731562-1615-477A-B2E1-D19D4F01A6FC}" dt="2026-10-08T09:39:16.638" v="479" actId="255"/>
          <ac:spMkLst>
            <pc:docMk/>
            <pc:sldMk cId="0" sldId="268"/>
            <ac:spMk id="14" creationId="{00000000-0000-0000-0000-000000000000}"/>
          </ac:spMkLst>
        </pc:spChg>
        <pc:spChg chg="mod">
          <ac:chgData name="Akshith Bajjuri" userId="9b4140f87bba0d65" providerId="LiveId" clId="{2A731562-1615-477A-B2E1-D19D4F01A6FC}" dt="2026-10-08T09:39:22.313" v="480" actId="255"/>
          <ac:spMkLst>
            <pc:docMk/>
            <pc:sldMk cId="0" sldId="268"/>
            <ac:spMk id="15" creationId="{00000000-0000-0000-0000-000000000000}"/>
          </ac:spMkLst>
        </pc:spChg>
        <pc:spChg chg="mod">
          <ac:chgData name="Akshith Bajjuri" userId="9b4140f87bba0d65" providerId="LiveId" clId="{2A731562-1615-477A-B2E1-D19D4F01A6FC}" dt="2026-10-08T09:39:33.118" v="481" actId="255"/>
          <ac:spMkLst>
            <pc:docMk/>
            <pc:sldMk cId="0" sldId="268"/>
            <ac:spMk id="17" creationId="{00000000-0000-0000-0000-000000000000}"/>
          </ac:spMkLst>
        </pc:spChg>
        <pc:spChg chg="mod">
          <ac:chgData name="Akshith Bajjuri" userId="9b4140f87bba0d65" providerId="LiveId" clId="{2A731562-1615-477A-B2E1-D19D4F01A6FC}" dt="2026-10-08T09:41:19.811" v="490" actId="255"/>
          <ac:spMkLst>
            <pc:docMk/>
            <pc:sldMk cId="0" sldId="268"/>
            <ac:spMk id="19" creationId="{00000000-0000-0000-0000-000000000000}"/>
          </ac:spMkLst>
        </pc:spChg>
        <pc:spChg chg="mod">
          <ac:chgData name="Akshith Bajjuri" userId="9b4140f87bba0d65" providerId="LiveId" clId="{2A731562-1615-477A-B2E1-D19D4F01A6FC}" dt="2026-10-08T09:40:52.033" v="488" actId="255"/>
          <ac:spMkLst>
            <pc:docMk/>
            <pc:sldMk cId="0" sldId="268"/>
            <ac:spMk id="20" creationId="{00000000-0000-0000-0000-000000000000}"/>
          </ac:spMkLst>
        </pc:spChg>
        <pc:spChg chg="mod">
          <ac:chgData name="Akshith Bajjuri" userId="9b4140f87bba0d65" providerId="LiveId" clId="{2A731562-1615-477A-B2E1-D19D4F01A6FC}" dt="2026-10-08T09:40:45.769" v="487" actId="255"/>
          <ac:spMkLst>
            <pc:docMk/>
            <pc:sldMk cId="0" sldId="268"/>
            <ac:spMk id="21" creationId="{00000000-0000-0000-0000-000000000000}"/>
          </ac:spMkLst>
        </pc:spChg>
        <pc:spChg chg="mod">
          <ac:chgData name="Akshith Bajjuri" userId="9b4140f87bba0d65" providerId="LiveId" clId="{2A731562-1615-477A-B2E1-D19D4F01A6FC}" dt="2026-10-08T09:40:38.792" v="486" actId="255"/>
          <ac:spMkLst>
            <pc:docMk/>
            <pc:sldMk cId="0" sldId="268"/>
            <ac:spMk id="22" creationId="{00000000-0000-0000-0000-000000000000}"/>
          </ac:spMkLst>
        </pc:spChg>
        <pc:spChg chg="mod">
          <ac:chgData name="Akshith Bajjuri" userId="9b4140f87bba0d65" providerId="LiveId" clId="{2A731562-1615-477A-B2E1-D19D4F01A6FC}" dt="2026-10-08T09:40:30.629" v="485" actId="255"/>
          <ac:spMkLst>
            <pc:docMk/>
            <pc:sldMk cId="0" sldId="268"/>
            <ac:spMk id="23" creationId="{00000000-0000-0000-0000-000000000000}"/>
          </ac:spMkLst>
        </pc:spChg>
        <pc:spChg chg="mod">
          <ac:chgData name="Akshith Bajjuri" userId="9b4140f87bba0d65" providerId="LiveId" clId="{2A731562-1615-477A-B2E1-D19D4F01A6FC}" dt="2026-10-08T09:40:21.287" v="484" actId="255"/>
          <ac:spMkLst>
            <pc:docMk/>
            <pc:sldMk cId="0" sldId="268"/>
            <ac:spMk id="24" creationId="{00000000-0000-0000-0000-000000000000}"/>
          </ac:spMkLst>
        </pc:spChg>
        <pc:spChg chg="mod">
          <ac:chgData name="Akshith Bajjuri" userId="9b4140f87bba0d65" providerId="LiveId" clId="{2A731562-1615-477A-B2E1-D19D4F01A6FC}" dt="2026-10-08T09:40:11.333" v="483" actId="14100"/>
          <ac:spMkLst>
            <pc:docMk/>
            <pc:sldMk cId="0" sldId="268"/>
            <ac:spMk id="26" creationId="{00000000-0000-0000-0000-000000000000}"/>
          </ac:spMkLst>
        </pc:spChg>
      </pc:sldChg>
      <pc:sldChg chg="modSp mod">
        <pc:chgData name="Akshith Bajjuri" userId="9b4140f87bba0d65" providerId="LiveId" clId="{2A731562-1615-477A-B2E1-D19D4F01A6FC}" dt="2026-10-08T09:43:34.944" v="505" actId="255"/>
        <pc:sldMkLst>
          <pc:docMk/>
          <pc:sldMk cId="0" sldId="269"/>
        </pc:sldMkLst>
        <pc:spChg chg="mod">
          <ac:chgData name="Akshith Bajjuri" userId="9b4140f87bba0d65" providerId="LiveId" clId="{2A731562-1615-477A-B2E1-D19D4F01A6FC}" dt="2026-10-08T09:41:36.583" v="491" actId="255"/>
          <ac:spMkLst>
            <pc:docMk/>
            <pc:sldMk cId="0" sldId="269"/>
            <ac:spMk id="3" creationId="{00000000-0000-0000-0000-000000000000}"/>
          </ac:spMkLst>
        </pc:spChg>
        <pc:spChg chg="mod">
          <ac:chgData name="Akshith Bajjuri" userId="9b4140f87bba0d65" providerId="LiveId" clId="{2A731562-1615-477A-B2E1-D19D4F01A6FC}" dt="2026-10-08T09:41:49.367" v="492" actId="255"/>
          <ac:spMkLst>
            <pc:docMk/>
            <pc:sldMk cId="0" sldId="269"/>
            <ac:spMk id="4" creationId="{00000000-0000-0000-0000-000000000000}"/>
          </ac:spMkLst>
        </pc:spChg>
        <pc:spChg chg="mod">
          <ac:chgData name="Akshith Bajjuri" userId="9b4140f87bba0d65" providerId="LiveId" clId="{2A731562-1615-477A-B2E1-D19D4F01A6FC}" dt="2026-10-08T09:41:58.794" v="493" actId="255"/>
          <ac:spMkLst>
            <pc:docMk/>
            <pc:sldMk cId="0" sldId="269"/>
            <ac:spMk id="6" creationId="{00000000-0000-0000-0000-000000000000}"/>
          </ac:spMkLst>
        </pc:spChg>
        <pc:spChg chg="mod">
          <ac:chgData name="Akshith Bajjuri" userId="9b4140f87bba0d65" providerId="LiveId" clId="{2A731562-1615-477A-B2E1-D19D4F01A6FC}" dt="2026-10-08T09:42:05.960" v="494" actId="255"/>
          <ac:spMkLst>
            <pc:docMk/>
            <pc:sldMk cId="0" sldId="269"/>
            <ac:spMk id="7" creationId="{00000000-0000-0000-0000-000000000000}"/>
          </ac:spMkLst>
        </pc:spChg>
        <pc:spChg chg="mod">
          <ac:chgData name="Akshith Bajjuri" userId="9b4140f87bba0d65" providerId="LiveId" clId="{2A731562-1615-477A-B2E1-D19D4F01A6FC}" dt="2026-10-08T09:42:12.037" v="495" actId="255"/>
          <ac:spMkLst>
            <pc:docMk/>
            <pc:sldMk cId="0" sldId="269"/>
            <ac:spMk id="8" creationId="{00000000-0000-0000-0000-000000000000}"/>
          </ac:spMkLst>
        </pc:spChg>
        <pc:spChg chg="mod">
          <ac:chgData name="Akshith Bajjuri" userId="9b4140f87bba0d65" providerId="LiveId" clId="{2A731562-1615-477A-B2E1-D19D4F01A6FC}" dt="2026-10-08T09:42:17.191" v="496" actId="255"/>
          <ac:spMkLst>
            <pc:docMk/>
            <pc:sldMk cId="0" sldId="269"/>
            <ac:spMk id="9" creationId="{00000000-0000-0000-0000-000000000000}"/>
          </ac:spMkLst>
        </pc:spChg>
        <pc:spChg chg="mod">
          <ac:chgData name="Akshith Bajjuri" userId="9b4140f87bba0d65" providerId="LiveId" clId="{2A731562-1615-477A-B2E1-D19D4F01A6FC}" dt="2026-10-08T09:42:25.106" v="497" actId="255"/>
          <ac:spMkLst>
            <pc:docMk/>
            <pc:sldMk cId="0" sldId="269"/>
            <ac:spMk id="10" creationId="{00000000-0000-0000-0000-000000000000}"/>
          </ac:spMkLst>
        </pc:spChg>
        <pc:spChg chg="mod">
          <ac:chgData name="Akshith Bajjuri" userId="9b4140f87bba0d65" providerId="LiveId" clId="{2A731562-1615-477A-B2E1-D19D4F01A6FC}" dt="2026-10-08T09:42:30.482" v="498" actId="255"/>
          <ac:spMkLst>
            <pc:docMk/>
            <pc:sldMk cId="0" sldId="269"/>
            <ac:spMk id="11" creationId="{00000000-0000-0000-0000-000000000000}"/>
          </ac:spMkLst>
        </pc:spChg>
        <pc:spChg chg="mod">
          <ac:chgData name="Akshith Bajjuri" userId="9b4140f87bba0d65" providerId="LiveId" clId="{2A731562-1615-477A-B2E1-D19D4F01A6FC}" dt="2026-10-08T09:42:38.113" v="499" actId="255"/>
          <ac:spMkLst>
            <pc:docMk/>
            <pc:sldMk cId="0" sldId="269"/>
            <ac:spMk id="12" creationId="{00000000-0000-0000-0000-000000000000}"/>
          </ac:spMkLst>
        </pc:spChg>
        <pc:spChg chg="mod">
          <ac:chgData name="Akshith Bajjuri" userId="9b4140f87bba0d65" providerId="LiveId" clId="{2A731562-1615-477A-B2E1-D19D4F01A6FC}" dt="2026-10-08T09:42:44.415" v="500" actId="255"/>
          <ac:spMkLst>
            <pc:docMk/>
            <pc:sldMk cId="0" sldId="269"/>
            <ac:spMk id="13" creationId="{00000000-0000-0000-0000-000000000000}"/>
          </ac:spMkLst>
        </pc:spChg>
        <pc:spChg chg="mod">
          <ac:chgData name="Akshith Bajjuri" userId="9b4140f87bba0d65" providerId="LiveId" clId="{2A731562-1615-477A-B2E1-D19D4F01A6FC}" dt="2026-10-08T09:42:55.035" v="501" actId="255"/>
          <ac:spMkLst>
            <pc:docMk/>
            <pc:sldMk cId="0" sldId="269"/>
            <ac:spMk id="14" creationId="{00000000-0000-0000-0000-000000000000}"/>
          </ac:spMkLst>
        </pc:spChg>
        <pc:spChg chg="mod">
          <ac:chgData name="Akshith Bajjuri" userId="9b4140f87bba0d65" providerId="LiveId" clId="{2A731562-1615-477A-B2E1-D19D4F01A6FC}" dt="2026-10-08T09:43:01.293" v="502" actId="255"/>
          <ac:spMkLst>
            <pc:docMk/>
            <pc:sldMk cId="0" sldId="269"/>
            <ac:spMk id="15" creationId="{00000000-0000-0000-0000-000000000000}"/>
          </ac:spMkLst>
        </pc:spChg>
        <pc:spChg chg="mod">
          <ac:chgData name="Akshith Bajjuri" userId="9b4140f87bba0d65" providerId="LiveId" clId="{2A731562-1615-477A-B2E1-D19D4F01A6FC}" dt="2026-10-08T09:43:14.727" v="503" actId="255"/>
          <ac:spMkLst>
            <pc:docMk/>
            <pc:sldMk cId="0" sldId="269"/>
            <ac:spMk id="17" creationId="{00000000-0000-0000-0000-000000000000}"/>
          </ac:spMkLst>
        </pc:spChg>
        <pc:spChg chg="mod">
          <ac:chgData name="Akshith Bajjuri" userId="9b4140f87bba0d65" providerId="LiveId" clId="{2A731562-1615-477A-B2E1-D19D4F01A6FC}" dt="2026-10-08T09:43:34.944" v="505" actId="255"/>
          <ac:spMkLst>
            <pc:docMk/>
            <pc:sldMk cId="0" sldId="269"/>
            <ac:spMk id="19" creationId="{00000000-0000-0000-0000-000000000000}"/>
          </ac:spMkLst>
        </pc:spChg>
        <pc:spChg chg="mod">
          <ac:chgData name="Akshith Bajjuri" userId="9b4140f87bba0d65" providerId="LiveId" clId="{2A731562-1615-477A-B2E1-D19D4F01A6FC}" dt="2026-10-08T09:43:25.137" v="504" actId="255"/>
          <ac:spMkLst>
            <pc:docMk/>
            <pc:sldMk cId="0" sldId="269"/>
            <ac:spMk id="20" creationId="{00000000-0000-0000-0000-000000000000}"/>
          </ac:spMkLst>
        </pc:spChg>
      </pc:sldChg>
      <pc:sldChg chg="modSp mod">
        <pc:chgData name="Akshith Bajjuri" userId="9b4140f87bba0d65" providerId="LiveId" clId="{2A731562-1615-477A-B2E1-D19D4F01A6FC}" dt="2026-10-08T09:44:18.100" v="511" actId="255"/>
        <pc:sldMkLst>
          <pc:docMk/>
          <pc:sldMk cId="0" sldId="270"/>
        </pc:sldMkLst>
        <pc:spChg chg="mod">
          <ac:chgData name="Akshith Bajjuri" userId="9b4140f87bba0d65" providerId="LiveId" clId="{2A731562-1615-477A-B2E1-D19D4F01A6FC}" dt="2026-10-08T09:43:44.185" v="506" actId="255"/>
          <ac:spMkLst>
            <pc:docMk/>
            <pc:sldMk cId="0" sldId="270"/>
            <ac:spMk id="3" creationId="{00000000-0000-0000-0000-000000000000}"/>
          </ac:spMkLst>
        </pc:spChg>
        <pc:spChg chg="mod">
          <ac:chgData name="Akshith Bajjuri" userId="9b4140f87bba0d65" providerId="LiveId" clId="{2A731562-1615-477A-B2E1-D19D4F01A6FC}" dt="2026-10-08T09:43:49.695" v="507" actId="255"/>
          <ac:spMkLst>
            <pc:docMk/>
            <pc:sldMk cId="0" sldId="270"/>
            <ac:spMk id="4" creationId="{00000000-0000-0000-0000-000000000000}"/>
          </ac:spMkLst>
        </pc:spChg>
        <pc:spChg chg="mod">
          <ac:chgData name="Akshith Bajjuri" userId="9b4140f87bba0d65" providerId="LiveId" clId="{2A731562-1615-477A-B2E1-D19D4F01A6FC}" dt="2026-10-08T09:43:59.643" v="508" actId="255"/>
          <ac:spMkLst>
            <pc:docMk/>
            <pc:sldMk cId="0" sldId="270"/>
            <ac:spMk id="7" creationId="{00000000-0000-0000-0000-000000000000}"/>
          </ac:spMkLst>
        </pc:spChg>
        <pc:spChg chg="mod">
          <ac:chgData name="Akshith Bajjuri" userId="9b4140f87bba0d65" providerId="LiveId" clId="{2A731562-1615-477A-B2E1-D19D4F01A6FC}" dt="2026-10-08T09:44:05.595" v="509" actId="255"/>
          <ac:spMkLst>
            <pc:docMk/>
            <pc:sldMk cId="0" sldId="270"/>
            <ac:spMk id="10" creationId="{00000000-0000-0000-0000-000000000000}"/>
          </ac:spMkLst>
        </pc:spChg>
        <pc:spChg chg="mod">
          <ac:chgData name="Akshith Bajjuri" userId="9b4140f87bba0d65" providerId="LiveId" clId="{2A731562-1615-477A-B2E1-D19D4F01A6FC}" dt="2026-10-08T09:44:11.388" v="510" actId="255"/>
          <ac:spMkLst>
            <pc:docMk/>
            <pc:sldMk cId="0" sldId="270"/>
            <ac:spMk id="13" creationId="{00000000-0000-0000-0000-000000000000}"/>
          </ac:spMkLst>
        </pc:spChg>
        <pc:spChg chg="mod">
          <ac:chgData name="Akshith Bajjuri" userId="9b4140f87bba0d65" providerId="LiveId" clId="{2A731562-1615-477A-B2E1-D19D4F01A6FC}" dt="2026-10-08T09:44:18.100" v="511" actId="255"/>
          <ac:spMkLst>
            <pc:docMk/>
            <pc:sldMk cId="0" sldId="270"/>
            <ac:spMk id="15" creationId="{00000000-0000-0000-0000-000000000000}"/>
          </ac:spMkLst>
        </pc:spChg>
      </pc:sldChg>
      <pc:sldChg chg="del">
        <pc:chgData name="Akshith Bajjuri" userId="9b4140f87bba0d65" providerId="LiveId" clId="{2A731562-1615-477A-B2E1-D19D4F01A6FC}" dt="2026-10-08T05:57:47.387" v="0" actId="2696"/>
        <pc:sldMkLst>
          <pc:docMk/>
          <pc:sldMk cId="0" sldId="271"/>
        </pc:sldMkLst>
      </pc:sldChg>
      <pc:sldChg chg="del">
        <pc:chgData name="Akshith Bajjuri" userId="9b4140f87bba0d65" providerId="LiveId" clId="{2A731562-1615-477A-B2E1-D19D4F01A6FC}" dt="2026-10-08T05:57:54.017" v="1" actId="2696"/>
        <pc:sldMkLst>
          <pc:docMk/>
          <pc:sldMk cId="0" sldId="272"/>
        </pc:sldMkLst>
      </pc:sldChg>
      <pc:sldChg chg="del">
        <pc:chgData name="Akshith Bajjuri" userId="9b4140f87bba0d65" providerId="LiveId" clId="{2A731562-1615-477A-B2E1-D19D4F01A6FC}" dt="2026-10-08T05:57:58.335" v="2" actId="2696"/>
        <pc:sldMkLst>
          <pc:docMk/>
          <pc:sldMk cId="0" sldId="273"/>
        </pc:sldMkLst>
      </pc:sldChg>
      <pc:sldChg chg="modSp mod">
        <pc:chgData name="Akshith Bajjuri" userId="9b4140f87bba0d65" providerId="LiveId" clId="{2A731562-1615-477A-B2E1-D19D4F01A6FC}" dt="2026-10-08T09:46:07.172" v="520" actId="255"/>
        <pc:sldMkLst>
          <pc:docMk/>
          <pc:sldMk cId="0" sldId="274"/>
        </pc:sldMkLst>
        <pc:spChg chg="mod">
          <ac:chgData name="Akshith Bajjuri" userId="9b4140f87bba0d65" providerId="LiveId" clId="{2A731562-1615-477A-B2E1-D19D4F01A6FC}" dt="2026-10-08T09:44:36.728" v="512" actId="255"/>
          <ac:spMkLst>
            <pc:docMk/>
            <pc:sldMk cId="0" sldId="274"/>
            <ac:spMk id="3" creationId="{00000000-0000-0000-0000-000000000000}"/>
          </ac:spMkLst>
        </pc:spChg>
        <pc:spChg chg="mod">
          <ac:chgData name="Akshith Bajjuri" userId="9b4140f87bba0d65" providerId="LiveId" clId="{2A731562-1615-477A-B2E1-D19D4F01A6FC}" dt="2026-10-08T09:44:46.869" v="513" actId="255"/>
          <ac:spMkLst>
            <pc:docMk/>
            <pc:sldMk cId="0" sldId="274"/>
            <ac:spMk id="4" creationId="{00000000-0000-0000-0000-000000000000}"/>
          </ac:spMkLst>
        </pc:spChg>
        <pc:spChg chg="mod">
          <ac:chgData name="Akshith Bajjuri" userId="9b4140f87bba0d65" providerId="LiveId" clId="{2A731562-1615-477A-B2E1-D19D4F01A6FC}" dt="2026-10-08T09:45:03.731" v="514" actId="255"/>
          <ac:spMkLst>
            <pc:docMk/>
            <pc:sldMk cId="0" sldId="274"/>
            <ac:spMk id="6" creationId="{00000000-0000-0000-0000-000000000000}"/>
          </ac:spMkLst>
        </pc:spChg>
        <pc:spChg chg="mod">
          <ac:chgData name="Akshith Bajjuri" userId="9b4140f87bba0d65" providerId="LiveId" clId="{2A731562-1615-477A-B2E1-D19D4F01A6FC}" dt="2026-10-08T09:45:14.223" v="515" actId="255"/>
          <ac:spMkLst>
            <pc:docMk/>
            <pc:sldMk cId="0" sldId="274"/>
            <ac:spMk id="7" creationId="{00000000-0000-0000-0000-000000000000}"/>
          </ac:spMkLst>
        </pc:spChg>
        <pc:spChg chg="mod">
          <ac:chgData name="Akshith Bajjuri" userId="9b4140f87bba0d65" providerId="LiveId" clId="{2A731562-1615-477A-B2E1-D19D4F01A6FC}" dt="2026-10-08T09:45:30.568" v="516" actId="255"/>
          <ac:spMkLst>
            <pc:docMk/>
            <pc:sldMk cId="0" sldId="274"/>
            <ac:spMk id="8" creationId="{00000000-0000-0000-0000-000000000000}"/>
          </ac:spMkLst>
        </pc:spChg>
        <pc:spChg chg="mod">
          <ac:chgData name="Akshith Bajjuri" userId="9b4140f87bba0d65" providerId="LiveId" clId="{2A731562-1615-477A-B2E1-D19D4F01A6FC}" dt="2026-10-08T09:45:44.408" v="518" actId="255"/>
          <ac:spMkLst>
            <pc:docMk/>
            <pc:sldMk cId="0" sldId="274"/>
            <ac:spMk id="9" creationId="{00000000-0000-0000-0000-000000000000}"/>
          </ac:spMkLst>
        </pc:spChg>
        <pc:spChg chg="mod">
          <ac:chgData name="Akshith Bajjuri" userId="9b4140f87bba0d65" providerId="LiveId" clId="{2A731562-1615-477A-B2E1-D19D4F01A6FC}" dt="2026-10-08T09:45:59.149" v="519" actId="255"/>
          <ac:spMkLst>
            <pc:docMk/>
            <pc:sldMk cId="0" sldId="274"/>
            <ac:spMk id="10" creationId="{00000000-0000-0000-0000-000000000000}"/>
          </ac:spMkLst>
        </pc:spChg>
        <pc:spChg chg="mod">
          <ac:chgData name="Akshith Bajjuri" userId="9b4140f87bba0d65" providerId="LiveId" clId="{2A731562-1615-477A-B2E1-D19D4F01A6FC}" dt="2026-10-08T09:46:07.172" v="520" actId="255"/>
          <ac:spMkLst>
            <pc:docMk/>
            <pc:sldMk cId="0" sldId="274"/>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842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Respected faculty and review committee members, welcome to our project review presentation.</a:t>
            </a:r>
          </a:p>
          <a:p>
            <a:r>
              <a:t>Our project is titled 'Eco Chain Shipping: Blockchain-Based Secure and Transparent Shipping Management System'.</a:t>
            </a:r>
          </a:p>
          <a:p>
            <a:r>
              <a:t>Global shipping currently faces major challenges with data manipulation, cargo disputes, and lack of transparency between multiple untrusted parties.</a:t>
            </a:r>
          </a:p>
          <a:p>
            <a:r>
              <a:t>To solve this, we designed and implemented a full-stack educational blockchain application from scratch.</a:t>
            </a:r>
          </a:p>
          <a:p>
            <a:r>
              <a:t>Over the next slides, we will explain the foundational concepts, architecture, and live demonstration of all twelve required blockchain principles.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Blockchain is a distributed and tamper-resistant digital ledger.</a:t>
            </a:r>
          </a:p>
          <a:p>
            <a:r>
              <a:t>Instead of storing all information in a central database, data is stored in blocks connected using cryptographic hashes.</a:t>
            </a:r>
          </a:p>
          <a:p>
            <a:r>
              <a:t>Every block contains information about the previous block, forming an unbreakable chain.</a:t>
            </a:r>
          </a:p>
          <a:p>
            <a:r>
              <a:t>Because of this connection, changing old data can be detected easily and immediately.</a:t>
            </a:r>
          </a:p>
          <a:p>
            <a:r>
              <a:t>In our project, we apply these exact blockchain concepts to shipping management to ensure every shipment status and payment is permanent and verifiable.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traditional shipping, management relies almost entirely on centralized databases.</a:t>
            </a:r>
          </a:p>
          <a:p>
            <a:r>
              <a:t>This creates six serious problems: single points of failure, vulnerability to data manipulation, lack of transparency, difficulty in tracking shipment history, and zero mutual trust.</a:t>
            </a:r>
          </a:p>
          <a:p>
            <a:r>
              <a:t>Because regular databases do not link records cryptographically, anyone with server access can modify values without being detected.</a:t>
            </a:r>
          </a:p>
          <a:p>
            <a:r>
              <a:t>This leads to frequent disputes over cargo weight, custody handovers, and billing amounts.</a:t>
            </a:r>
          </a:p>
          <a:p>
            <a:r>
              <a:t>Our visual diagram shows how centralized databases inevitably lead to data manipulation and limited transparency.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proposed solution is Eco Chain Shipping, which uses blockchain concepts to create a secure and transparent shipping record.</a:t>
            </a:r>
          </a:p>
          <a:p>
            <a:r>
              <a:t>The lifecycle follows a clear sequence: first a shipment is created, then turned into a transaction, validated by system rules, added to the blockchain layer, mined using Proof of Work, turned into a secure immutable record, and made auditable on our Blockchain Explorer.</a:t>
            </a:r>
          </a:p>
          <a:p>
            <a:r>
              <a:t>By implementing this workflow, all shipping operations become traceable and tamper-proof.</a:t>
            </a:r>
          </a:p>
          <a:p>
            <a:r>
              <a:t>We explicitly highlight that this is an educational simulation created for college learning and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objectives of our project are clearly outlined on this slide.</a:t>
            </a:r>
          </a:p>
          <a:p>
            <a:r>
              <a:t>We aimed to secure shipment records, maintain data integrity, detect tampering, and validate transactions.</a:t>
            </a:r>
          </a:p>
          <a:p>
            <a:r>
              <a:t>Additionally, we set out to demonstrate blockchain creation, implement Proof of Work mining, implement wallets and transactions, generate Merkle roots, simulate smart contracts, and provide a full blockchain explorer.</a:t>
            </a:r>
          </a:p>
          <a:p>
            <a:r>
              <a:t>Every single one of these objectives has been implemented with functional code and tested thoroughly.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our technology stack, we chose standard, robust web technologies.</a:t>
            </a:r>
          </a:p>
          <a:p>
            <a:r>
              <a:t>On the frontend, we use React along with HTML, CSS, and modern JavaScript for a responsive single page dashboard.</a:t>
            </a:r>
          </a:p>
          <a:p>
            <a:r>
              <a:t>On the backend, Node.js and Express.js handle API routing and server-side logic.</a:t>
            </a:r>
          </a:p>
          <a:p>
            <a:r>
              <a:t>For the blockchain layer, we engineered a custom JavaScript blockchain utilizing standard SHA-256 hashing and Proof of Work consensus.</a:t>
            </a:r>
          </a:p>
          <a:p>
            <a:r>
              <a:t>Data is managed via in-memory ledger structures with optional local storage and MongoDB readiness.</a:t>
            </a:r>
          </a:p>
          <a:p>
            <a:r>
              <a:t>We do not claim any technologies that were not actually coded into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system architecture directly maps to the complete lifecycle of a shipment.</a:t>
            </a:r>
          </a:p>
          <a:p>
            <a:r>
              <a:t>First, a user interacts with the Eco Chain Shipping Web Application.</a:t>
            </a:r>
          </a:p>
          <a:p>
            <a:r>
              <a:t>Next, the Shipment Management module creates and tracks the shipping record.</a:t>
            </a:r>
          </a:p>
          <a:p>
            <a:r>
              <a:t>This passes to the Transaction Layer, which converts status updates into signed transactions.</a:t>
            </a:r>
          </a:p>
          <a:p>
            <a:r>
              <a:t>The Blockchain Layer bundles these transactions, computes SHA-256 hashes, and builds a Merkle Tree.</a:t>
            </a:r>
          </a:p>
          <a:p>
            <a:r>
              <a:t>Then, the Proof of Work engine mines the block by finding a valid nonce.</a:t>
            </a:r>
          </a:p>
          <a:p>
            <a:r>
              <a:t>Once mined, the block is committed to Blockchain Storage and immediately displayed in the Blockchain Explorer.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provides an overview of all twelve blockchain concepts implemented in Eco Chain Shipping.</a:t>
            </a:r>
          </a:p>
          <a:p>
            <a:r>
              <a:t>They range from foundational concepts like Hello Blockchain, SHA-256 hash generation, and block class design, to core consensus and mining, wallets, and transactions.</a:t>
            </a:r>
          </a:p>
          <a:p>
            <a:r>
              <a:t>We also implemented transaction validation, binary Merkle trees, a simulated shipping smart contract, and a mini blockchain explorer.</a:t>
            </a:r>
          </a:p>
          <a:p>
            <a:r>
              <a:t>Every concept is operational in our live web application and backed by an automated 40-test verification suite.</a:t>
            </a:r>
          </a:p>
          <a:p>
            <a:r>
              <a:t>We will now explain the most critical concepts in detail.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we examine what a block contains and how blocks connect to form a blockchain.</a:t>
            </a:r>
          </a:p>
          <a:p>
            <a:r>
              <a:t>Each block has six core fields: Index, Timestamp, Data, Previous Hash, Hash, and Nonce.</a:t>
            </a:r>
          </a:p>
          <a:p>
            <a:r>
              <a:t>The chain starts with the Genesis Block, which has index zero and a previous hash of zero.</a:t>
            </a:r>
          </a:p>
          <a:p>
            <a:r>
              <a:t>Every new block stores the exact hash of the preceding block in its 'previousHash' field.</a:t>
            </a:r>
          </a:p>
          <a:p>
            <a:r>
              <a:t>For example, Block 1 stores Genesis Block's hash, and Block 2 stores Block 1's hash.</a:t>
            </a:r>
          </a:p>
          <a:p>
            <a:r>
              <a:t>This creates a continuous cryptographic link from the newest block all the way back to the Genesis block.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demonstrates how blockchain detects tampering using SHA-256 hashing.</a:t>
            </a:r>
          </a:p>
          <a:p>
            <a:r>
              <a:t>Input data passes through SHA-256 to generate a unique hash fingerprint.</a:t>
            </a:r>
          </a:p>
          <a:p>
            <a:r>
              <a:t>If an attacker attempts to tamper with data—for example, changing the shipment amount from 100 to 1000 EcoCoins—the block's hash changes completely.</a:t>
            </a:r>
          </a:p>
          <a:p>
            <a:r>
              <a:t>Because Block 2 still stores the original hash, the connection breaks immediately.</a:t>
            </a:r>
          </a:p>
          <a:p>
            <a:r>
              <a:t>Our validation function recalculates all hashes and immediately flags the entire chain as invalid, preventing fraudulent records from succeeding.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Proof of Work is the consensus mechanism that prevents spam and protects the blockchain from being rewritten.</a:t>
            </a:r>
          </a:p>
          <a:p>
            <a:r>
              <a:t>Mining is used to find a valid block hash by changing the nonce counter.</a:t>
            </a:r>
          </a:p>
          <a:p>
            <a:r>
              <a:t>The resulting hash must satisfy the difficulty requirement—for example, difficulty 4 means the hash must start with four leading zeros.</a:t>
            </a:r>
          </a:p>
          <a:p>
            <a:r>
              <a:t>The mining cycle computes SHA-256 with the current nonce; if the hash does not match, the nonce is incremented and checked again.</a:t>
            </a:r>
          </a:p>
          <a:p>
            <a:r>
              <a:t>Once a valid hash is found, the block is officially added to the blockchain, and the miner receives a 50 EcoCoin simulation reward.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explain our wallet and transaction system.</a:t>
            </a:r>
          </a:p>
          <a:p>
            <a:r>
              <a:t>A wallet consists of a Wallet ID, a public Wallet Address, and an EcoCoin Balance.</a:t>
            </a:r>
          </a:p>
          <a:p>
            <a:r>
              <a:t>A transaction records Sender, Receiver, Amount, and Timestamp, such as Wallet A transferring 100 EcoCoins to Wallet B.</a:t>
            </a:r>
          </a:p>
          <a:p>
            <a:r>
              <a:t>We explicitly emphasize that EcoCoins are only simulation data and are not real cryptocurrency.</a:t>
            </a:r>
          </a:p>
          <a:p>
            <a:r>
              <a:t>Furthermore, every transaction must pass validation: confirming the sender exists, the receiver exists, the amount is valid and positive, and the sender has sufficient balance.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is divided into two sections.</a:t>
            </a:r>
          </a:p>
          <a:p>
            <a:r>
              <a:t>On the left is the Merkle Tree: Transaction 1 and Transaction 2 combine to form Hash 12, while Transaction 3 and Transaction 4 combine to form Hash 34.</a:t>
            </a:r>
          </a:p>
          <a:p>
            <a:r>
              <a:t>These two intermediate hashes are then hashed together to produce the Merkle Root, which securely represents all transactions inside a block.</a:t>
            </a:r>
          </a:p>
          <a:p>
            <a:r>
              <a:t>On the right is our Smart Contract simulation.</a:t>
            </a:r>
          </a:p>
          <a:p>
            <a:r>
              <a:t>It enforces the real-world shipping lifecycle: Pending, Picked Up, In Transit, Delivered, and Contract Completed.</a:t>
            </a:r>
          </a:p>
          <a:p>
            <a:r>
              <a:t>The smart contract guarantees funds remain locked in escrow until verified delivery, eliminating payment disputes.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brings together the full end-to-end workflow of our project.</a:t>
            </a:r>
          </a:p>
          <a:p>
            <a:r>
              <a:t>The process starts with creating a shipment, generating and validating the transaction, computing the Merkle root, mining the block, adding it to the chain, validating the blockchain, and executing smart contract logic.</a:t>
            </a:r>
          </a:p>
          <a:p>
            <a:r>
              <a:t>To inspect all of this in real-time, our Blockchain Explorer displays eight essential parameters:</a:t>
            </a:r>
          </a:p>
          <a:p>
            <a:r>
              <a:t>Block Number, Timestamp, Previous Hash, Current Hash, Nonce, Merkle Root, Transactions, and Mining Status.</a:t>
            </a:r>
          </a:p>
          <a:p>
            <a:r>
              <a:t>This gives faculty examiners and auditors a clear, transparent window into the entire shipping ledger.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our project presentation:</a:t>
            </a:r>
          </a:p>
          <a:p>
            <a:r>
              <a:t>Eco Chain Shipping clearly demonstrates the significant advantages of blockchain in logistics, notably transparency, security, tamper detection, data integrity, shipment traceability, and transaction validation.</a:t>
            </a:r>
          </a:p>
          <a:p>
            <a:r>
              <a:t>In the future, the system can expand into real blockchain networks, IoT sensor tracking, GPS automated waypoints, and carbon credit accounting.</a:t>
            </a:r>
          </a:p>
          <a:p>
            <a:r>
              <a:t>In conclusion, Eco Chain Shipping demonstrates how blockchain concepts can be applied to shipping management to improve transparency, security, and data integrity.</a:t>
            </a:r>
          </a:p>
          <a:p>
            <a:r>
              <a:t>Thank you, respected faculty and examiners.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concludes our formal slide presentation.</a:t>
            </a:r>
          </a:p>
          <a:p>
            <a:r>
              <a:t>We have our live web application running and ready on port 5000.</a:t>
            </a:r>
          </a:p>
          <a:p>
            <a:r>
              <a:t>We invite the review panel to select any module: we can demonstrate live SHA-256 avalanche effect, book a shipment with escrow lock, mine a block with adjustable difficulty, or intentionally tamper with historical data in our Tamper Lab to show the validation engine in action.</a:t>
            </a:r>
          </a:p>
          <a:p>
            <a:r>
              <a:t>Thank you once again for your mentorship and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685800"/>
            <a:ext cx="4114800" cy="347472"/>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0B981"/>
                </a:solidFill>
                <a:latin typeface="Segoe UI"/>
              </a:rPr>
              <a:t>ACADEMIC PROJECT REVIEW &amp; EVALUATION</a:t>
            </a:r>
          </a:p>
        </p:txBody>
      </p:sp>
      <p:sp>
        <p:nvSpPr>
          <p:cNvPr id="4" name="TextBox 3"/>
          <p:cNvSpPr txBox="1"/>
          <p:nvPr/>
        </p:nvSpPr>
        <p:spPr>
          <a:xfrm>
            <a:off x="731520" y="1188720"/>
            <a:ext cx="10698480" cy="2011680"/>
          </a:xfrm>
          <a:prstGeom prst="rect">
            <a:avLst/>
          </a:prstGeom>
          <a:noFill/>
        </p:spPr>
        <p:txBody>
          <a:bodyPr wrap="square">
            <a:spAutoFit/>
          </a:bodyPr>
          <a:lstStyle/>
          <a:p>
            <a:r>
              <a:rPr sz="4000" b="1">
                <a:solidFill>
                  <a:srgbClr val="FFFFFF"/>
                </a:solidFill>
                <a:latin typeface="Segoe UI"/>
              </a:rPr>
              <a:t>ECO CHAIN SHIPPING</a:t>
            </a:r>
          </a:p>
          <a:p>
            <a:r>
              <a:rPr sz="1800" b="1">
                <a:solidFill>
                  <a:srgbClr val="38BDF8"/>
                </a:solidFill>
                <a:latin typeface="Segoe UI"/>
              </a:rPr>
              <a:t>Blockchain-Based Secure and Transparent Shipping Management System</a:t>
            </a:r>
          </a:p>
          <a:p>
            <a:pPr>
              <a:spcBef>
                <a:spcPts val="400"/>
              </a:spcBef>
            </a:pPr>
            <a:r>
              <a:rPr sz="1200">
                <a:solidFill>
                  <a:srgbClr val="E2E8F0"/>
                </a:solidFill>
                <a:latin typeface="Segoe UI"/>
              </a:rPr>
              <a:t>An educational blockchain simulation demonstrating immutable freight records, SHA-256 integrity, Proof of Work mining, and smart contract escrow for sustainable logistics.</a:t>
            </a:r>
          </a:p>
        </p:txBody>
      </p:sp>
      <p:sp>
        <p:nvSpPr>
          <p:cNvPr id="5" name="Rounded Rectangle 4"/>
          <p:cNvSpPr/>
          <p:nvPr/>
        </p:nvSpPr>
        <p:spPr>
          <a:xfrm>
            <a:off x="731520" y="3291840"/>
            <a:ext cx="2011680" cy="3200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10B981"/>
                </a:solidFill>
                <a:latin typeface="Segoe UI"/>
              </a:rPr>
              <a:t>✔ SHA-256 Hashing</a:t>
            </a:r>
          </a:p>
        </p:txBody>
      </p:sp>
      <p:sp>
        <p:nvSpPr>
          <p:cNvPr id="6" name="Rounded Rectangle 5"/>
          <p:cNvSpPr/>
          <p:nvPr/>
        </p:nvSpPr>
        <p:spPr>
          <a:xfrm>
            <a:off x="2880360" y="3291840"/>
            <a:ext cx="2011680" cy="3200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10B981"/>
                </a:solidFill>
                <a:latin typeface="Segoe UI"/>
              </a:rPr>
              <a:t>✔ Proof of Work Consensus</a:t>
            </a:r>
          </a:p>
        </p:txBody>
      </p:sp>
      <p:sp>
        <p:nvSpPr>
          <p:cNvPr id="7" name="Rounded Rectangle 6"/>
          <p:cNvSpPr/>
          <p:nvPr/>
        </p:nvSpPr>
        <p:spPr>
          <a:xfrm>
            <a:off x="5029200" y="3291840"/>
            <a:ext cx="2011680" cy="3200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10B981"/>
                </a:solidFill>
                <a:latin typeface="Segoe UI"/>
              </a:rPr>
              <a:t>✔ Merkle Tree Aggregation</a:t>
            </a:r>
          </a:p>
        </p:txBody>
      </p:sp>
      <p:sp>
        <p:nvSpPr>
          <p:cNvPr id="8" name="Rounded Rectangle 7"/>
          <p:cNvSpPr/>
          <p:nvPr/>
        </p:nvSpPr>
        <p:spPr>
          <a:xfrm>
            <a:off x="7178040" y="3291840"/>
            <a:ext cx="2011680" cy="3200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10B981"/>
                </a:solidFill>
                <a:latin typeface="Segoe UI"/>
              </a:rPr>
              <a:t>✔ Smart Contract Escrow</a:t>
            </a:r>
          </a:p>
        </p:txBody>
      </p:sp>
      <p:sp>
        <p:nvSpPr>
          <p:cNvPr id="9" name="Rounded Rectangle 8"/>
          <p:cNvSpPr/>
          <p:nvPr/>
        </p:nvSpPr>
        <p:spPr>
          <a:xfrm>
            <a:off x="9326880" y="3291840"/>
            <a:ext cx="2011680" cy="3200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10B981"/>
                </a:solidFill>
                <a:latin typeface="Segoe UI"/>
              </a:rPr>
              <a:t>✔ Tamper Detection Lab</a:t>
            </a:r>
          </a:p>
        </p:txBody>
      </p:sp>
      <p:sp>
        <p:nvSpPr>
          <p:cNvPr id="10" name="Rounded Rectangle 9"/>
          <p:cNvSpPr/>
          <p:nvPr/>
        </p:nvSpPr>
        <p:spPr>
          <a:xfrm>
            <a:off x="731520" y="3840480"/>
            <a:ext cx="5212080" cy="24231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960120" y="3977639"/>
            <a:ext cx="4754880" cy="1569660"/>
          </a:xfrm>
          <a:prstGeom prst="rect">
            <a:avLst/>
          </a:prstGeom>
          <a:noFill/>
        </p:spPr>
        <p:txBody>
          <a:bodyPr wrap="square">
            <a:spAutoFit/>
          </a:bodyPr>
          <a:lstStyle/>
          <a:p>
            <a:endParaRPr lang="en-IN" sz="1600" b="1" dirty="0">
              <a:solidFill>
                <a:srgbClr val="38BDF8"/>
              </a:solidFill>
              <a:latin typeface="Segoe UI"/>
            </a:endParaRPr>
          </a:p>
          <a:p>
            <a:r>
              <a:rPr lang="en-IN" sz="1600" b="1" dirty="0">
                <a:solidFill>
                  <a:srgbClr val="38BDF8"/>
                </a:solidFill>
                <a:latin typeface="Segoe UI"/>
              </a:rPr>
              <a:t>TEAM</a:t>
            </a:r>
            <a:r>
              <a:rPr sz="1600" b="1" dirty="0">
                <a:solidFill>
                  <a:srgbClr val="38BDF8"/>
                </a:solidFill>
                <a:latin typeface="Segoe UI"/>
              </a:rPr>
              <a:t> </a:t>
            </a:r>
            <a:r>
              <a:rPr lang="en-IN" sz="1600" b="1" dirty="0">
                <a:solidFill>
                  <a:srgbClr val="38BDF8"/>
                </a:solidFill>
                <a:latin typeface="Segoe UI"/>
              </a:rPr>
              <a:t>MEMBERS</a:t>
            </a:r>
          </a:p>
          <a:p>
            <a:r>
              <a:rPr lang="en-IN" sz="1600" b="1" dirty="0">
                <a:solidFill>
                  <a:srgbClr val="FFFFFF"/>
                </a:solidFill>
                <a:latin typeface="Segoe UI"/>
              </a:rPr>
              <a:t>AKSHITH(2303A53028)</a:t>
            </a:r>
          </a:p>
          <a:p>
            <a:r>
              <a:rPr lang="en-IN" sz="1600" b="1" dirty="0">
                <a:solidFill>
                  <a:srgbClr val="FFFFFF"/>
                </a:solidFill>
                <a:latin typeface="Segoe UI"/>
              </a:rPr>
              <a:t>PUNNAM CHANDRAH(2303A53041)</a:t>
            </a:r>
          </a:p>
          <a:p>
            <a:r>
              <a:rPr lang="en-IN" sz="1600" b="1" dirty="0">
                <a:solidFill>
                  <a:srgbClr val="FFFFFF"/>
                </a:solidFill>
                <a:latin typeface="Segoe UI"/>
              </a:rPr>
              <a:t>JYOSHNO PRANAV(2303A53016)</a:t>
            </a:r>
          </a:p>
          <a:p>
            <a:r>
              <a:rPr lang="en-IN" sz="1600" b="1" dirty="0">
                <a:solidFill>
                  <a:srgbClr val="FFFFFF"/>
                </a:solidFill>
                <a:latin typeface="Segoe UI"/>
              </a:rPr>
              <a:t>SURAJ(2303A53006)</a:t>
            </a:r>
            <a:endParaRPr sz="1600" b="1" dirty="0">
              <a:solidFill>
                <a:srgbClr val="38BDF8"/>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10B981"/>
                </a:solidFill>
                <a:latin typeface="Segoe UI"/>
              </a:rPr>
              <a:t>FOUNDATIONAL CONCEPTS</a:t>
            </a:r>
          </a:p>
        </p:txBody>
      </p:sp>
      <p:sp>
        <p:nvSpPr>
          <p:cNvPr id="4" name="TextBox 3"/>
          <p:cNvSpPr txBox="1"/>
          <p:nvPr/>
        </p:nvSpPr>
        <p:spPr>
          <a:xfrm>
            <a:off x="731520" y="713232"/>
            <a:ext cx="10698480" cy="594360"/>
          </a:xfrm>
          <a:prstGeom prst="rect">
            <a:avLst/>
          </a:prstGeom>
          <a:noFill/>
        </p:spPr>
        <p:txBody>
          <a:bodyPr wrap="square" lIns="0" tIns="0" rIns="0" bIns="0">
            <a:spAutoFit/>
          </a:bodyPr>
          <a:lstStyle/>
          <a:p>
            <a:r>
              <a:rPr sz="2100" b="1">
                <a:solidFill>
                  <a:srgbClr val="FFFFFF"/>
                </a:solidFill>
                <a:latin typeface="Segoe UI"/>
              </a:rPr>
              <a:t>Introduction: What is Blockchain?</a:t>
            </a:r>
          </a:p>
          <a:p>
            <a:r>
              <a:rPr sz="1050">
                <a:solidFill>
                  <a:srgbClr val="94A3B8"/>
                </a:solidFill>
                <a:latin typeface="Segoe UI"/>
              </a:rPr>
              <a:t>Core properties of distributed ledgers applied to modern shipping logistics</a:t>
            </a:r>
          </a:p>
        </p:txBody>
      </p:sp>
      <p:sp>
        <p:nvSpPr>
          <p:cNvPr id="5" name="Rounded Rectangle 4"/>
          <p:cNvSpPr/>
          <p:nvPr/>
        </p:nvSpPr>
        <p:spPr>
          <a:xfrm>
            <a:off x="731520" y="1554480"/>
            <a:ext cx="3474720" cy="39319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54480"/>
            <a:ext cx="34747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83080"/>
            <a:ext cx="3017520" cy="2898229"/>
          </a:xfrm>
          <a:prstGeom prst="rect">
            <a:avLst/>
          </a:prstGeom>
          <a:noFill/>
        </p:spPr>
        <p:txBody>
          <a:bodyPr wrap="square">
            <a:spAutoFit/>
          </a:bodyPr>
          <a:lstStyle/>
          <a:p>
            <a:r>
              <a:rPr sz="1400" b="1" dirty="0">
                <a:solidFill>
                  <a:srgbClr val="10B981"/>
                </a:solidFill>
                <a:latin typeface="Segoe UI"/>
              </a:rPr>
              <a:t>1. What is Blockchain?</a:t>
            </a:r>
          </a:p>
          <a:p>
            <a:pPr>
              <a:spcAft>
                <a:spcPts val="1000"/>
              </a:spcAft>
            </a:pPr>
            <a:r>
              <a:rPr sz="1400" b="1" dirty="0">
                <a:solidFill>
                  <a:srgbClr val="FFFFFF"/>
                </a:solidFill>
                <a:latin typeface="Segoe UI"/>
              </a:rPr>
              <a:t>Distributed &amp; Tamper-Resistant Ledger</a:t>
            </a:r>
          </a:p>
          <a:p>
            <a:pPr>
              <a:spcBef>
                <a:spcPts val="600"/>
              </a:spcBef>
            </a:pPr>
            <a:r>
              <a:rPr sz="1400" b="1" dirty="0">
                <a:solidFill>
                  <a:srgbClr val="10B981"/>
                </a:solidFill>
                <a:latin typeface="Segoe UI"/>
              </a:rPr>
              <a:t>▪ </a:t>
            </a:r>
            <a:r>
              <a:rPr sz="1400" dirty="0">
                <a:solidFill>
                  <a:srgbClr val="E2E8F0"/>
                </a:solidFill>
                <a:latin typeface="Segoe UI"/>
              </a:rPr>
              <a:t>A decentralized digital ledger shared across network nodes.</a:t>
            </a:r>
          </a:p>
          <a:p>
            <a:pPr>
              <a:spcBef>
                <a:spcPts val="600"/>
              </a:spcBef>
            </a:pPr>
            <a:r>
              <a:rPr sz="1400" b="1" dirty="0">
                <a:solidFill>
                  <a:srgbClr val="10B981"/>
                </a:solidFill>
                <a:latin typeface="Segoe UI"/>
              </a:rPr>
              <a:t>▪ </a:t>
            </a:r>
            <a:r>
              <a:rPr sz="1400" dirty="0">
                <a:solidFill>
                  <a:srgbClr val="E2E8F0"/>
                </a:solidFill>
                <a:latin typeface="Segoe UI"/>
              </a:rPr>
              <a:t>Eliminates reliance on any single centralized database authority.</a:t>
            </a:r>
          </a:p>
          <a:p>
            <a:pPr>
              <a:spcBef>
                <a:spcPts val="600"/>
              </a:spcBef>
            </a:pPr>
            <a:r>
              <a:rPr sz="1400" b="1" dirty="0">
                <a:solidFill>
                  <a:srgbClr val="10B981"/>
                </a:solidFill>
                <a:latin typeface="Segoe UI"/>
              </a:rPr>
              <a:t>▪ </a:t>
            </a:r>
            <a:r>
              <a:rPr sz="1400" dirty="0">
                <a:solidFill>
                  <a:srgbClr val="E2E8F0"/>
                </a:solidFill>
                <a:latin typeface="Segoe UI"/>
              </a:rPr>
              <a:t>Data is tamper-resistant: historical records cannot be silently rewritten.</a:t>
            </a:r>
          </a:p>
          <a:p>
            <a:pPr>
              <a:spcBef>
                <a:spcPts val="600"/>
              </a:spcBef>
            </a:pPr>
            <a:r>
              <a:rPr sz="1400" b="1" dirty="0">
                <a:solidFill>
                  <a:srgbClr val="10B981"/>
                </a:solidFill>
                <a:latin typeface="Segoe UI"/>
              </a:rPr>
              <a:t>▪ </a:t>
            </a:r>
            <a:r>
              <a:rPr sz="1400" dirty="0">
                <a:solidFill>
                  <a:srgbClr val="E2E8F0"/>
                </a:solidFill>
                <a:latin typeface="Segoe UI"/>
              </a:rPr>
              <a:t>Builds mathematical trust between independent, untrusted parties.</a:t>
            </a:r>
          </a:p>
        </p:txBody>
      </p:sp>
      <p:sp>
        <p:nvSpPr>
          <p:cNvPr id="8" name="Rounded Rectangle 7"/>
          <p:cNvSpPr/>
          <p:nvPr/>
        </p:nvSpPr>
        <p:spPr>
          <a:xfrm>
            <a:off x="4343400" y="1554480"/>
            <a:ext cx="3474720" cy="39319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55448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87087" y="1810512"/>
            <a:ext cx="3017520" cy="3113673"/>
          </a:xfrm>
          <a:prstGeom prst="rect">
            <a:avLst/>
          </a:prstGeom>
          <a:noFill/>
        </p:spPr>
        <p:txBody>
          <a:bodyPr wrap="square">
            <a:spAutoFit/>
          </a:bodyPr>
          <a:lstStyle/>
          <a:p>
            <a:r>
              <a:rPr sz="1400" b="1" dirty="0">
                <a:solidFill>
                  <a:srgbClr val="38BDF8"/>
                </a:solidFill>
                <a:latin typeface="Segoe UI"/>
              </a:rPr>
              <a:t>2. How Blocks Connect</a:t>
            </a:r>
          </a:p>
          <a:p>
            <a:pPr>
              <a:spcAft>
                <a:spcPts val="1000"/>
              </a:spcAft>
            </a:pPr>
            <a:r>
              <a:rPr sz="1400" b="1" dirty="0">
                <a:solidFill>
                  <a:srgbClr val="FFFFFF"/>
                </a:solidFill>
                <a:latin typeface="Segoe UI"/>
              </a:rPr>
              <a:t>Cryptographic Hash Linking</a:t>
            </a:r>
          </a:p>
          <a:p>
            <a:pPr>
              <a:spcBef>
                <a:spcPts val="600"/>
              </a:spcBef>
            </a:pPr>
            <a:r>
              <a:rPr sz="1400" b="1" dirty="0">
                <a:solidFill>
                  <a:srgbClr val="38BDF8"/>
                </a:solidFill>
                <a:latin typeface="Segoe UI"/>
              </a:rPr>
              <a:t>▪ </a:t>
            </a:r>
            <a:r>
              <a:rPr sz="1400" dirty="0">
                <a:solidFill>
                  <a:srgbClr val="E2E8F0"/>
                </a:solidFill>
                <a:latin typeface="Segoe UI"/>
              </a:rPr>
              <a:t>Data is bundled into discrete structures called Blocks.</a:t>
            </a:r>
          </a:p>
          <a:p>
            <a:pPr>
              <a:spcBef>
                <a:spcPts val="600"/>
              </a:spcBef>
            </a:pPr>
            <a:r>
              <a:rPr sz="1400" b="1" dirty="0">
                <a:solidFill>
                  <a:srgbClr val="38BDF8"/>
                </a:solidFill>
                <a:latin typeface="Segoe UI"/>
              </a:rPr>
              <a:t>▪ </a:t>
            </a:r>
            <a:r>
              <a:rPr sz="1400" dirty="0">
                <a:solidFill>
                  <a:srgbClr val="E2E8F0"/>
                </a:solidFill>
                <a:latin typeface="Segoe UI"/>
              </a:rPr>
              <a:t>Blocks are linked sequentially using SHA-256 cryptographic hashes.</a:t>
            </a:r>
          </a:p>
          <a:p>
            <a:pPr>
              <a:spcBef>
                <a:spcPts val="600"/>
              </a:spcBef>
            </a:pPr>
            <a:r>
              <a:rPr sz="1400" b="1" dirty="0">
                <a:solidFill>
                  <a:srgbClr val="38BDF8"/>
                </a:solidFill>
                <a:latin typeface="Segoe UI"/>
              </a:rPr>
              <a:t>▪ </a:t>
            </a:r>
            <a:r>
              <a:rPr sz="1400" dirty="0">
                <a:solidFill>
                  <a:srgbClr val="E2E8F0"/>
                </a:solidFill>
                <a:latin typeface="Segoe UI"/>
              </a:rPr>
              <a:t>Every block stores the exact hash of the previous block.</a:t>
            </a:r>
          </a:p>
          <a:p>
            <a:pPr>
              <a:spcBef>
                <a:spcPts val="600"/>
              </a:spcBef>
            </a:pPr>
            <a:r>
              <a:rPr sz="1400" b="1" dirty="0">
                <a:solidFill>
                  <a:srgbClr val="38BDF8"/>
                </a:solidFill>
                <a:latin typeface="Segoe UI"/>
              </a:rPr>
              <a:t>▪ </a:t>
            </a:r>
            <a:r>
              <a:rPr sz="1400" dirty="0">
                <a:solidFill>
                  <a:srgbClr val="E2E8F0"/>
                </a:solidFill>
                <a:latin typeface="Segoe UI"/>
              </a:rPr>
              <a:t>Creates an unbroken chain: changing any block breaks the entire chain.</a:t>
            </a:r>
          </a:p>
        </p:txBody>
      </p:sp>
      <p:sp>
        <p:nvSpPr>
          <p:cNvPr id="11" name="Rounded Rectangle 10"/>
          <p:cNvSpPr/>
          <p:nvPr/>
        </p:nvSpPr>
        <p:spPr>
          <a:xfrm>
            <a:off x="7955280" y="1554480"/>
            <a:ext cx="3474720" cy="39319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55280" y="1554480"/>
            <a:ext cx="34747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83880" y="1783080"/>
            <a:ext cx="3017520" cy="3113673"/>
          </a:xfrm>
          <a:prstGeom prst="rect">
            <a:avLst/>
          </a:prstGeom>
          <a:noFill/>
        </p:spPr>
        <p:txBody>
          <a:bodyPr wrap="square">
            <a:spAutoFit/>
          </a:bodyPr>
          <a:lstStyle/>
          <a:p>
            <a:r>
              <a:rPr sz="1400" b="1" dirty="0">
                <a:solidFill>
                  <a:srgbClr val="F59E0B"/>
                </a:solidFill>
                <a:latin typeface="Segoe UI"/>
              </a:rPr>
              <a:t>3. Shipping Application</a:t>
            </a:r>
          </a:p>
          <a:p>
            <a:pPr>
              <a:spcAft>
                <a:spcPts val="1000"/>
              </a:spcAft>
            </a:pPr>
            <a:r>
              <a:rPr sz="1400" b="1" dirty="0">
                <a:solidFill>
                  <a:srgbClr val="FFFFFF"/>
                </a:solidFill>
                <a:latin typeface="Segoe UI"/>
              </a:rPr>
              <a:t>Transforming Modern Logistics</a:t>
            </a:r>
          </a:p>
          <a:p>
            <a:pPr>
              <a:spcBef>
                <a:spcPts val="600"/>
              </a:spcBef>
            </a:pPr>
            <a:r>
              <a:rPr sz="1400" b="1" dirty="0">
                <a:solidFill>
                  <a:srgbClr val="F59E0B"/>
                </a:solidFill>
                <a:latin typeface="Segoe UI"/>
              </a:rPr>
              <a:t>▪ </a:t>
            </a:r>
            <a:r>
              <a:rPr sz="1400" dirty="0">
                <a:solidFill>
                  <a:srgbClr val="E2E8F0"/>
                </a:solidFill>
                <a:latin typeface="Segoe UI"/>
              </a:rPr>
              <a:t>Shipping involves multiple entities: shippers, carriers, ports, customs.</a:t>
            </a:r>
          </a:p>
          <a:p>
            <a:pPr>
              <a:spcBef>
                <a:spcPts val="600"/>
              </a:spcBef>
            </a:pPr>
            <a:r>
              <a:rPr sz="1400" b="1" dirty="0">
                <a:solidFill>
                  <a:srgbClr val="F59E0B"/>
                </a:solidFill>
                <a:latin typeface="Segoe UI"/>
              </a:rPr>
              <a:t>▪ </a:t>
            </a:r>
            <a:r>
              <a:rPr sz="1400" dirty="0">
                <a:solidFill>
                  <a:srgbClr val="E2E8F0"/>
                </a:solidFill>
                <a:latin typeface="Segoe UI"/>
              </a:rPr>
              <a:t>Our project applies these concepts to shipping management.</a:t>
            </a:r>
          </a:p>
          <a:p>
            <a:pPr>
              <a:spcBef>
                <a:spcPts val="600"/>
              </a:spcBef>
            </a:pPr>
            <a:r>
              <a:rPr sz="1400" b="1" dirty="0">
                <a:solidFill>
                  <a:srgbClr val="F59E0B"/>
                </a:solidFill>
                <a:latin typeface="Segoe UI"/>
              </a:rPr>
              <a:t>▪ </a:t>
            </a:r>
            <a:r>
              <a:rPr sz="1400" dirty="0">
                <a:solidFill>
                  <a:srgbClr val="E2E8F0"/>
                </a:solidFill>
                <a:latin typeface="Segoe UI"/>
              </a:rPr>
              <a:t>Tracks custody handovers, cargo weights, and carbon emission savings.</a:t>
            </a:r>
          </a:p>
          <a:p>
            <a:pPr>
              <a:spcBef>
                <a:spcPts val="600"/>
              </a:spcBef>
            </a:pPr>
            <a:r>
              <a:rPr sz="1400" b="1" dirty="0">
                <a:solidFill>
                  <a:srgbClr val="F59E0B"/>
                </a:solidFill>
                <a:latin typeface="Segoe UI"/>
              </a:rPr>
              <a:t>▪ </a:t>
            </a:r>
            <a:r>
              <a:rPr sz="1400" dirty="0">
                <a:solidFill>
                  <a:srgbClr val="E2E8F0"/>
                </a:solidFill>
                <a:latin typeface="Segoe UI"/>
              </a:rPr>
              <a:t>Guarantees that cargo records and payments cannot be altered.</a:t>
            </a:r>
          </a:p>
        </p:txBody>
      </p:sp>
      <p:sp>
        <p:nvSpPr>
          <p:cNvPr id="14" name="Rounded Rectangle 13"/>
          <p:cNvSpPr/>
          <p:nvPr/>
        </p:nvSpPr>
        <p:spPr>
          <a:xfrm>
            <a:off x="731520" y="5669280"/>
            <a:ext cx="10698480" cy="68580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715000"/>
            <a:ext cx="10332720" cy="461665"/>
          </a:xfrm>
          <a:prstGeom prst="rect">
            <a:avLst/>
          </a:prstGeom>
          <a:noFill/>
        </p:spPr>
        <p:txBody>
          <a:bodyPr wrap="square">
            <a:spAutoFit/>
          </a:bodyPr>
          <a:lstStyle/>
          <a:p>
            <a:r>
              <a:rPr sz="1100" b="1" dirty="0">
                <a:solidFill>
                  <a:srgbClr val="10B981"/>
                </a:solidFill>
                <a:latin typeface="Segoe UI"/>
              </a:rPr>
              <a:t>C</a:t>
            </a:r>
            <a:r>
              <a:rPr sz="1200" b="1" dirty="0">
                <a:solidFill>
                  <a:srgbClr val="10B981"/>
                </a:solidFill>
                <a:latin typeface="Segoe UI"/>
              </a:rPr>
              <a:t>ore Takeaway: </a:t>
            </a:r>
            <a:r>
              <a:rPr sz="1200" dirty="0">
                <a:solidFill>
                  <a:srgbClr val="FFFFFF"/>
                </a:solidFill>
                <a:latin typeface="Segoe UI"/>
              </a:rPr>
              <a:t>Blockchain is a distributed and tamper-resistant digital ledger. Data is stored in blocks connected using cryptographic hashes, where every block contains information about the previous block. Our project applies these exact concepts to shipping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10B981"/>
                </a:solidFill>
                <a:latin typeface="Segoe UI"/>
              </a:rPr>
              <a:t>CURRENT CHALLENGES</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Problem Statement: Flaws in Traditional Shipping</a:t>
            </a:r>
          </a:p>
          <a:p>
            <a:r>
              <a:rPr sz="1400" dirty="0">
                <a:solidFill>
                  <a:srgbClr val="94A3B8"/>
                </a:solidFill>
                <a:latin typeface="Segoe UI"/>
              </a:rPr>
              <a:t>Why centralized databases fail modern global supply chains</a:t>
            </a:r>
          </a:p>
        </p:txBody>
      </p:sp>
      <p:sp>
        <p:nvSpPr>
          <p:cNvPr id="5" name="Rounded Rectangle 4"/>
          <p:cNvSpPr/>
          <p:nvPr/>
        </p:nvSpPr>
        <p:spPr>
          <a:xfrm>
            <a:off x="731520" y="1508760"/>
            <a:ext cx="6035040" cy="489204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5577840" cy="3862596"/>
          </a:xfrm>
          <a:prstGeom prst="rect">
            <a:avLst/>
          </a:prstGeom>
          <a:noFill/>
        </p:spPr>
        <p:txBody>
          <a:bodyPr wrap="square">
            <a:spAutoFit/>
          </a:bodyPr>
          <a:lstStyle/>
          <a:p>
            <a:r>
              <a:rPr sz="1400" b="1" dirty="0">
                <a:solidFill>
                  <a:srgbClr val="EF4444"/>
                </a:solidFill>
                <a:latin typeface="Segoe UI"/>
              </a:rPr>
              <a:t>PROBLEMS IN TRADITIONAL SHIPPING MANAGEMENT</a:t>
            </a:r>
          </a:p>
          <a:p>
            <a:pPr>
              <a:spcBef>
                <a:spcPts val="700"/>
              </a:spcBef>
            </a:pPr>
            <a:r>
              <a:rPr sz="1400" b="1" dirty="0">
                <a:solidFill>
                  <a:srgbClr val="EF4444"/>
                </a:solidFill>
                <a:latin typeface="Segoe UI"/>
              </a:rPr>
              <a:t>✖ </a:t>
            </a:r>
            <a:r>
              <a:rPr sz="1400" b="1" dirty="0">
                <a:solidFill>
                  <a:srgbClr val="FFFFFF"/>
                </a:solidFill>
                <a:latin typeface="Segoe UI"/>
              </a:rPr>
              <a:t>Centralized Data Storage: </a:t>
            </a:r>
            <a:r>
              <a:rPr sz="1400" dirty="0">
                <a:solidFill>
                  <a:srgbClr val="E2E8F0"/>
                </a:solidFill>
                <a:latin typeface="Segoe UI"/>
              </a:rPr>
              <a:t>All logistics manifests and records are stored on a single company's database, creating a single point of failure.</a:t>
            </a:r>
          </a:p>
          <a:p>
            <a:pPr>
              <a:spcBef>
                <a:spcPts val="700"/>
              </a:spcBef>
            </a:pPr>
            <a:r>
              <a:rPr sz="1400" b="1" dirty="0">
                <a:solidFill>
                  <a:srgbClr val="EF4444"/>
                </a:solidFill>
                <a:latin typeface="Segoe UI"/>
              </a:rPr>
              <a:t>✖ </a:t>
            </a:r>
            <a:r>
              <a:rPr sz="1400" b="1" dirty="0">
                <a:solidFill>
                  <a:srgbClr val="FFFFFF"/>
                </a:solidFill>
                <a:latin typeface="Segoe UI"/>
              </a:rPr>
              <a:t>Data Manipulation: </a:t>
            </a:r>
            <a:r>
              <a:rPr sz="1400" dirty="0">
                <a:solidFill>
                  <a:srgbClr val="E2E8F0"/>
                </a:solidFill>
                <a:latin typeface="Segoe UI"/>
              </a:rPr>
              <a:t>Records can be modified or deleted without easy detection, enabling invoice and cargo falsification.</a:t>
            </a:r>
          </a:p>
          <a:p>
            <a:pPr>
              <a:spcBef>
                <a:spcPts val="700"/>
              </a:spcBef>
            </a:pPr>
            <a:r>
              <a:rPr sz="1400" b="1" dirty="0">
                <a:solidFill>
                  <a:srgbClr val="EF4444"/>
                </a:solidFill>
                <a:latin typeface="Segoe UI"/>
              </a:rPr>
              <a:t>✖ </a:t>
            </a:r>
            <a:r>
              <a:rPr sz="1400" b="1" dirty="0">
                <a:solidFill>
                  <a:srgbClr val="FFFFFF"/>
                </a:solidFill>
                <a:latin typeface="Segoe UI"/>
              </a:rPr>
              <a:t>Lack of Transparency: </a:t>
            </a:r>
            <a:r>
              <a:rPr sz="1400" dirty="0">
                <a:solidFill>
                  <a:srgbClr val="E2E8F0"/>
                </a:solidFill>
                <a:latin typeface="Segoe UI"/>
              </a:rPr>
              <a:t>Independent parties—shippers, freight forwarders, carriers—cannot independently verify records.</a:t>
            </a:r>
          </a:p>
          <a:p>
            <a:pPr>
              <a:spcBef>
                <a:spcPts val="700"/>
              </a:spcBef>
            </a:pPr>
            <a:r>
              <a:rPr sz="1400" b="1" dirty="0">
                <a:solidFill>
                  <a:srgbClr val="EF4444"/>
                </a:solidFill>
                <a:latin typeface="Segoe UI"/>
              </a:rPr>
              <a:t>✖ </a:t>
            </a:r>
            <a:r>
              <a:rPr sz="1400" b="1" dirty="0">
                <a:solidFill>
                  <a:srgbClr val="FFFFFF"/>
                </a:solidFill>
                <a:latin typeface="Segoe UI"/>
              </a:rPr>
              <a:t>Difficulty in Tracking History: </a:t>
            </a:r>
            <a:r>
              <a:rPr sz="1400" dirty="0">
                <a:solidFill>
                  <a:srgbClr val="E2E8F0"/>
                </a:solidFill>
                <a:latin typeface="Segoe UI"/>
              </a:rPr>
              <a:t>Tracking full shipment history and custody transitions across separate systems is slow and unreliable.</a:t>
            </a:r>
          </a:p>
          <a:p>
            <a:pPr>
              <a:spcBef>
                <a:spcPts val="700"/>
              </a:spcBef>
            </a:pPr>
            <a:r>
              <a:rPr sz="1400" b="1" dirty="0">
                <a:solidFill>
                  <a:srgbClr val="EF4444"/>
                </a:solidFill>
                <a:latin typeface="Segoe UI"/>
              </a:rPr>
              <a:t>✖ </a:t>
            </a:r>
            <a:r>
              <a:rPr sz="1400" b="1" dirty="0">
                <a:solidFill>
                  <a:srgbClr val="FFFFFF"/>
                </a:solidFill>
                <a:latin typeface="Segoe UI"/>
              </a:rPr>
              <a:t>Lack of Trust Between Parties: </a:t>
            </a:r>
            <a:r>
              <a:rPr sz="1400" dirty="0">
                <a:solidFill>
                  <a:srgbClr val="E2E8F0"/>
                </a:solidFill>
                <a:latin typeface="Segoe UI"/>
              </a:rPr>
              <a:t>Companies do not trust each other's proprietary logs, leading to costly billing disputes and delays.</a:t>
            </a:r>
          </a:p>
          <a:p>
            <a:pPr>
              <a:spcBef>
                <a:spcPts val="700"/>
              </a:spcBef>
            </a:pPr>
            <a:r>
              <a:rPr sz="1400" b="1" dirty="0">
                <a:solidFill>
                  <a:srgbClr val="EF4444"/>
                </a:solidFill>
                <a:latin typeface="Segoe UI"/>
              </a:rPr>
              <a:t>✖ </a:t>
            </a:r>
            <a:r>
              <a:rPr sz="1400" b="1" dirty="0">
                <a:solidFill>
                  <a:srgbClr val="FFFFFF"/>
                </a:solidFill>
                <a:latin typeface="Segoe UI"/>
              </a:rPr>
              <a:t>Silent Modification Without Detection: </a:t>
            </a:r>
            <a:r>
              <a:rPr sz="1400" dirty="0">
                <a:solidFill>
                  <a:srgbClr val="E2E8F0"/>
                </a:solidFill>
                <a:latin typeface="Segoe UI"/>
              </a:rPr>
              <a:t>Traditional databases have no cryptographic linking, meaning unauthorized modifications go completely unnoticed.</a:t>
            </a:r>
          </a:p>
        </p:txBody>
      </p:sp>
      <p:sp>
        <p:nvSpPr>
          <p:cNvPr id="7" name="Rounded Rectangle 6"/>
          <p:cNvSpPr/>
          <p:nvPr/>
        </p:nvSpPr>
        <p:spPr>
          <a:xfrm>
            <a:off x="7040880" y="1508760"/>
            <a:ext cx="4389120" cy="4892040"/>
          </a:xfrm>
          <a:prstGeom prst="roundRect">
            <a:avLst/>
          </a:prstGeom>
          <a:solidFill>
            <a:srgbClr val="131E31"/>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69480" y="1645920"/>
            <a:ext cx="3473771" cy="307777"/>
          </a:xfrm>
          <a:prstGeom prst="rect">
            <a:avLst/>
          </a:prstGeom>
          <a:noFill/>
        </p:spPr>
        <p:txBody>
          <a:bodyPr wrap="none">
            <a:spAutoFit/>
          </a:bodyPr>
          <a:lstStyle/>
          <a:p>
            <a:r>
              <a:rPr sz="1400" b="1" dirty="0">
                <a:solidFill>
                  <a:srgbClr val="EF4444"/>
                </a:solidFill>
                <a:latin typeface="Segoe UI"/>
              </a:rPr>
              <a:t>TRADITIONAL SYSTEM ARCHITECTURE</a:t>
            </a:r>
          </a:p>
        </p:txBody>
      </p:sp>
      <p:sp>
        <p:nvSpPr>
          <p:cNvPr id="9" name="Rounded Rectangle 8"/>
          <p:cNvSpPr/>
          <p:nvPr/>
        </p:nvSpPr>
        <p:spPr>
          <a:xfrm>
            <a:off x="7315200" y="2240280"/>
            <a:ext cx="3840480" cy="713232"/>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FFFFFF"/>
                </a:solidFill>
                <a:latin typeface="Segoe UI"/>
              </a:rPr>
              <a:t>Traditional System</a:t>
            </a:r>
          </a:p>
          <a:p>
            <a:pPr algn="ctr"/>
            <a:r>
              <a:rPr sz="1200" dirty="0">
                <a:solidFill>
                  <a:srgbClr val="E2E8F0"/>
                </a:solidFill>
                <a:latin typeface="Segoe UI"/>
              </a:rPr>
              <a:t>Shippers &amp; Carriers submit records</a:t>
            </a:r>
          </a:p>
        </p:txBody>
      </p:sp>
      <p:sp>
        <p:nvSpPr>
          <p:cNvPr id="10" name="TextBox 9"/>
          <p:cNvSpPr txBox="1"/>
          <p:nvPr/>
        </p:nvSpPr>
        <p:spPr>
          <a:xfrm>
            <a:off x="9052560" y="2953512"/>
            <a:ext cx="457200" cy="320040"/>
          </a:xfrm>
          <a:prstGeom prst="rect">
            <a:avLst/>
          </a:prstGeom>
          <a:noFill/>
        </p:spPr>
        <p:txBody>
          <a:bodyPr wrap="none" lIns="0" tIns="0" rIns="0" bIns="0">
            <a:spAutoFit/>
          </a:bodyPr>
          <a:lstStyle/>
          <a:p>
            <a:pPr algn="ctr"/>
            <a:r>
              <a:rPr sz="1400" b="1">
                <a:solidFill>
                  <a:srgbClr val="EF4444"/>
                </a:solidFill>
                <a:latin typeface="Segoe UI"/>
              </a:rPr>
              <a:t>↓</a:t>
            </a:r>
          </a:p>
        </p:txBody>
      </p:sp>
      <p:sp>
        <p:nvSpPr>
          <p:cNvPr id="11" name="Rounded Rectangle 10"/>
          <p:cNvSpPr/>
          <p:nvPr/>
        </p:nvSpPr>
        <p:spPr>
          <a:xfrm>
            <a:off x="7269480" y="3172968"/>
            <a:ext cx="3840480" cy="713232"/>
          </a:xfrm>
          <a:prstGeom prst="roundRect">
            <a:avLst/>
          </a:prstGeom>
          <a:solidFill>
            <a:srgbClr val="7F1D1D"/>
          </a:solidFill>
          <a:ln>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FFFFFF"/>
                </a:solidFill>
                <a:latin typeface="Segoe UI"/>
              </a:rPr>
              <a:t>Centralized Database</a:t>
            </a:r>
          </a:p>
          <a:p>
            <a:pPr algn="ctr"/>
            <a:r>
              <a:rPr sz="1200" dirty="0">
                <a:solidFill>
                  <a:srgbClr val="E2E8F0"/>
                </a:solidFill>
                <a:latin typeface="Segoe UI"/>
              </a:rPr>
              <a:t>Single point of control &amp; vulnerability</a:t>
            </a:r>
          </a:p>
        </p:txBody>
      </p:sp>
      <p:sp>
        <p:nvSpPr>
          <p:cNvPr id="12" name="TextBox 11"/>
          <p:cNvSpPr txBox="1"/>
          <p:nvPr/>
        </p:nvSpPr>
        <p:spPr>
          <a:xfrm>
            <a:off x="9052560" y="4005072"/>
            <a:ext cx="457200" cy="320040"/>
          </a:xfrm>
          <a:prstGeom prst="rect">
            <a:avLst/>
          </a:prstGeom>
          <a:noFill/>
        </p:spPr>
        <p:txBody>
          <a:bodyPr wrap="none" lIns="0" tIns="0" rIns="0" bIns="0">
            <a:spAutoFit/>
          </a:bodyPr>
          <a:lstStyle/>
          <a:p>
            <a:pPr algn="ctr"/>
            <a:r>
              <a:rPr sz="1400" b="1">
                <a:solidFill>
                  <a:srgbClr val="EF4444"/>
                </a:solidFill>
                <a:latin typeface="Segoe UI"/>
              </a:rPr>
              <a:t>↓</a:t>
            </a:r>
          </a:p>
        </p:txBody>
      </p:sp>
      <p:sp>
        <p:nvSpPr>
          <p:cNvPr id="13" name="Rounded Rectangle 12"/>
          <p:cNvSpPr/>
          <p:nvPr/>
        </p:nvSpPr>
        <p:spPr>
          <a:xfrm>
            <a:off x="7315200" y="4343400"/>
            <a:ext cx="3840480" cy="713232"/>
          </a:xfrm>
          <a:prstGeom prst="roundRect">
            <a:avLst/>
          </a:prstGeom>
          <a:solidFill>
            <a:srgbClr val="7F1D1D"/>
          </a:solidFill>
          <a:ln>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EF4444"/>
                </a:solidFill>
                <a:latin typeface="Segoe UI"/>
              </a:rPr>
              <a:t>Data Manipulation</a:t>
            </a:r>
          </a:p>
          <a:p>
            <a:pPr algn="ctr"/>
            <a:r>
              <a:rPr sz="1200" dirty="0">
                <a:solidFill>
                  <a:srgbClr val="E2E8F0"/>
                </a:solidFill>
                <a:latin typeface="Segoe UI"/>
              </a:rPr>
              <a:t>Records altered without cryptographic trace</a:t>
            </a:r>
          </a:p>
        </p:txBody>
      </p:sp>
      <p:sp>
        <p:nvSpPr>
          <p:cNvPr id="14" name="TextBox 13"/>
          <p:cNvSpPr txBox="1"/>
          <p:nvPr/>
        </p:nvSpPr>
        <p:spPr>
          <a:xfrm>
            <a:off x="9052560" y="5056632"/>
            <a:ext cx="457200" cy="320040"/>
          </a:xfrm>
          <a:prstGeom prst="rect">
            <a:avLst/>
          </a:prstGeom>
          <a:noFill/>
        </p:spPr>
        <p:txBody>
          <a:bodyPr wrap="none" lIns="0" tIns="0" rIns="0" bIns="0">
            <a:spAutoFit/>
          </a:bodyPr>
          <a:lstStyle/>
          <a:p>
            <a:pPr algn="ctr"/>
            <a:r>
              <a:rPr sz="1400" b="1">
                <a:solidFill>
                  <a:srgbClr val="EF4444"/>
                </a:solidFill>
                <a:latin typeface="Segoe UI"/>
              </a:rPr>
              <a:t>↓</a:t>
            </a:r>
          </a:p>
        </p:txBody>
      </p:sp>
      <p:sp>
        <p:nvSpPr>
          <p:cNvPr id="15" name="Rounded Rectangle 14"/>
          <p:cNvSpPr/>
          <p:nvPr/>
        </p:nvSpPr>
        <p:spPr>
          <a:xfrm>
            <a:off x="7315200" y="5394960"/>
            <a:ext cx="3840480" cy="713232"/>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F59E0B"/>
                </a:solidFill>
                <a:latin typeface="Segoe UI"/>
              </a:rPr>
              <a:t>Limited Transparency &amp; Trust</a:t>
            </a:r>
          </a:p>
          <a:p>
            <a:pPr algn="ctr"/>
            <a:r>
              <a:rPr sz="1200" dirty="0">
                <a:solidFill>
                  <a:srgbClr val="E2E8F0"/>
                </a:solidFill>
                <a:latin typeface="Segoe UI"/>
              </a:rPr>
              <a:t>Disputes, delays, and zero mutual confidence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THE PROPOSED ARCHITECTURE</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Proposed Solution: Eco Chain Shipping</a:t>
            </a:r>
          </a:p>
          <a:p>
            <a:r>
              <a:rPr sz="1400" dirty="0">
                <a:solidFill>
                  <a:srgbClr val="94A3B8"/>
                </a:solidFill>
                <a:latin typeface="Segoe UI"/>
              </a:rPr>
              <a:t>Using blockchain concepts to build an immutable, transparent shipping record</a:t>
            </a:r>
          </a:p>
        </p:txBody>
      </p:sp>
      <p:sp>
        <p:nvSpPr>
          <p:cNvPr id="5" name="Rounded Rectangle 4"/>
          <p:cNvSpPr/>
          <p:nvPr/>
        </p:nvSpPr>
        <p:spPr>
          <a:xfrm>
            <a:off x="731520" y="1508760"/>
            <a:ext cx="10698480" cy="10972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00200"/>
            <a:ext cx="10241280" cy="992579"/>
          </a:xfrm>
          <a:prstGeom prst="rect">
            <a:avLst/>
          </a:prstGeom>
          <a:noFill/>
        </p:spPr>
        <p:txBody>
          <a:bodyPr wrap="square">
            <a:spAutoFit/>
          </a:bodyPr>
          <a:lstStyle/>
          <a:p>
            <a:r>
              <a:rPr sz="1400" b="1" dirty="0">
                <a:solidFill>
                  <a:srgbClr val="10B981"/>
                </a:solidFill>
                <a:latin typeface="Segoe UI"/>
              </a:rPr>
              <a:t>INTRODUCING ECO CHAIN SHIPPING</a:t>
            </a:r>
          </a:p>
          <a:p>
            <a:pPr>
              <a:spcBef>
                <a:spcPts val="300"/>
              </a:spcBef>
            </a:pPr>
            <a:r>
              <a:rPr sz="1400" dirty="0">
                <a:solidFill>
                  <a:srgbClr val="FFFFFF"/>
                </a:solidFill>
                <a:latin typeface="Segoe UI"/>
              </a:rPr>
              <a:t>Eco Chain Shipping uses blockchain concepts to create a secure, transparent, and immutable shipping record. Every custody change and payment milestone is converted into a validated transaction, mined into an immutable block, and exposed for public audit via our Blockchain Explorer.</a:t>
            </a:r>
          </a:p>
        </p:txBody>
      </p:sp>
      <p:sp>
        <p:nvSpPr>
          <p:cNvPr id="7" name="Rounded Rectangle 6"/>
          <p:cNvSpPr/>
          <p:nvPr/>
        </p:nvSpPr>
        <p:spPr>
          <a:xfrm>
            <a:off x="731520"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2971800"/>
            <a:ext cx="1143000" cy="292608"/>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10B981"/>
                </a:solidFill>
                <a:latin typeface="Segoe UI"/>
              </a:rPr>
              <a:t>STEP 01</a:t>
            </a:r>
          </a:p>
        </p:txBody>
      </p:sp>
      <p:sp>
        <p:nvSpPr>
          <p:cNvPr id="9" name="TextBox 8"/>
          <p:cNvSpPr txBox="1"/>
          <p:nvPr/>
        </p:nvSpPr>
        <p:spPr>
          <a:xfrm>
            <a:off x="822960" y="3383280"/>
            <a:ext cx="1234440" cy="1246495"/>
          </a:xfrm>
          <a:prstGeom prst="rect">
            <a:avLst/>
          </a:prstGeom>
          <a:noFill/>
        </p:spPr>
        <p:txBody>
          <a:bodyPr wrap="square">
            <a:spAutoFit/>
          </a:bodyPr>
          <a:lstStyle/>
          <a:p>
            <a:r>
              <a:rPr sz="1400" b="1" dirty="0">
                <a:solidFill>
                  <a:srgbClr val="FFFFFF"/>
                </a:solidFill>
                <a:latin typeface="Segoe UI"/>
              </a:rPr>
              <a:t>Shipment</a:t>
            </a:r>
          </a:p>
          <a:p>
            <a:pPr>
              <a:spcBef>
                <a:spcPts val="600"/>
              </a:spcBef>
            </a:pPr>
            <a:r>
              <a:rPr sz="1400" dirty="0">
                <a:solidFill>
                  <a:srgbClr val="E2E8F0"/>
                </a:solidFill>
                <a:latin typeface="Segoe UI"/>
              </a:rPr>
              <a:t>Cargo manifest &amp; eco score created</a:t>
            </a:r>
          </a:p>
        </p:txBody>
      </p:sp>
      <p:sp>
        <p:nvSpPr>
          <p:cNvPr id="10" name="Rounded Rectangle 9"/>
          <p:cNvSpPr/>
          <p:nvPr/>
        </p:nvSpPr>
        <p:spPr>
          <a:xfrm>
            <a:off x="2276856"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414016" y="2971800"/>
            <a:ext cx="1143000" cy="292608"/>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STEP 02</a:t>
            </a:r>
          </a:p>
        </p:txBody>
      </p:sp>
      <p:sp>
        <p:nvSpPr>
          <p:cNvPr id="12" name="TextBox 11"/>
          <p:cNvSpPr txBox="1"/>
          <p:nvPr/>
        </p:nvSpPr>
        <p:spPr>
          <a:xfrm>
            <a:off x="2368296" y="3383280"/>
            <a:ext cx="1234440" cy="1031051"/>
          </a:xfrm>
          <a:prstGeom prst="rect">
            <a:avLst/>
          </a:prstGeom>
          <a:noFill/>
        </p:spPr>
        <p:txBody>
          <a:bodyPr wrap="square">
            <a:spAutoFit/>
          </a:bodyPr>
          <a:lstStyle/>
          <a:p>
            <a:r>
              <a:rPr sz="1400" b="1" dirty="0">
                <a:solidFill>
                  <a:srgbClr val="FFFFFF"/>
                </a:solidFill>
                <a:latin typeface="Segoe UI"/>
              </a:rPr>
              <a:t>Transaction</a:t>
            </a:r>
          </a:p>
          <a:p>
            <a:pPr>
              <a:spcBef>
                <a:spcPts val="600"/>
              </a:spcBef>
            </a:pPr>
            <a:r>
              <a:rPr sz="1400" dirty="0">
                <a:solidFill>
                  <a:srgbClr val="E2E8F0"/>
                </a:solidFill>
                <a:latin typeface="Segoe UI"/>
              </a:rPr>
              <a:t>Payment/custody queued in </a:t>
            </a:r>
            <a:r>
              <a:rPr sz="1400" dirty="0" err="1">
                <a:solidFill>
                  <a:srgbClr val="E2E8F0"/>
                </a:solidFill>
                <a:latin typeface="Segoe UI"/>
              </a:rPr>
              <a:t>mempool</a:t>
            </a:r>
            <a:endParaRPr sz="1400" dirty="0">
              <a:solidFill>
                <a:srgbClr val="E2E8F0"/>
              </a:solidFill>
              <a:latin typeface="Segoe UI"/>
            </a:endParaRPr>
          </a:p>
        </p:txBody>
      </p:sp>
      <p:sp>
        <p:nvSpPr>
          <p:cNvPr id="13" name="Rounded Rectangle 12"/>
          <p:cNvSpPr/>
          <p:nvPr/>
        </p:nvSpPr>
        <p:spPr>
          <a:xfrm>
            <a:off x="3822191"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959352" y="2971800"/>
            <a:ext cx="1143000" cy="292608"/>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Segoe UI"/>
              </a:rPr>
              <a:t>STEP 03</a:t>
            </a:r>
          </a:p>
        </p:txBody>
      </p:sp>
      <p:sp>
        <p:nvSpPr>
          <p:cNvPr id="15" name="TextBox 14"/>
          <p:cNvSpPr txBox="1"/>
          <p:nvPr/>
        </p:nvSpPr>
        <p:spPr>
          <a:xfrm>
            <a:off x="3913631" y="3383280"/>
            <a:ext cx="1234440" cy="1246495"/>
          </a:xfrm>
          <a:prstGeom prst="rect">
            <a:avLst/>
          </a:prstGeom>
          <a:noFill/>
        </p:spPr>
        <p:txBody>
          <a:bodyPr wrap="square">
            <a:spAutoFit/>
          </a:bodyPr>
          <a:lstStyle/>
          <a:p>
            <a:r>
              <a:rPr sz="1400" b="1" dirty="0">
                <a:solidFill>
                  <a:srgbClr val="FFFFFF"/>
                </a:solidFill>
                <a:latin typeface="Segoe UI"/>
              </a:rPr>
              <a:t>Validation</a:t>
            </a:r>
          </a:p>
          <a:p>
            <a:pPr>
              <a:spcBef>
                <a:spcPts val="600"/>
              </a:spcBef>
            </a:pPr>
            <a:r>
              <a:rPr sz="1400" dirty="0">
                <a:solidFill>
                  <a:srgbClr val="E2E8F0"/>
                </a:solidFill>
                <a:latin typeface="Segoe UI"/>
              </a:rPr>
              <a:t>5-rule engine checks balances &amp; identity</a:t>
            </a:r>
          </a:p>
        </p:txBody>
      </p:sp>
      <p:sp>
        <p:nvSpPr>
          <p:cNvPr id="16" name="Rounded Rectangle 15"/>
          <p:cNvSpPr/>
          <p:nvPr/>
        </p:nvSpPr>
        <p:spPr>
          <a:xfrm>
            <a:off x="5367528"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504688" y="2971800"/>
            <a:ext cx="1143000" cy="292608"/>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STEP 04</a:t>
            </a:r>
          </a:p>
        </p:txBody>
      </p:sp>
      <p:sp>
        <p:nvSpPr>
          <p:cNvPr id="18" name="TextBox 17"/>
          <p:cNvSpPr txBox="1"/>
          <p:nvPr/>
        </p:nvSpPr>
        <p:spPr>
          <a:xfrm>
            <a:off x="5458968" y="3383280"/>
            <a:ext cx="1234440" cy="1031051"/>
          </a:xfrm>
          <a:prstGeom prst="rect">
            <a:avLst/>
          </a:prstGeom>
          <a:noFill/>
        </p:spPr>
        <p:txBody>
          <a:bodyPr wrap="square">
            <a:spAutoFit/>
          </a:bodyPr>
          <a:lstStyle/>
          <a:p>
            <a:r>
              <a:rPr sz="1400" b="1" dirty="0">
                <a:solidFill>
                  <a:srgbClr val="FFFFFF"/>
                </a:solidFill>
                <a:latin typeface="Segoe UI"/>
              </a:rPr>
              <a:t>Blockchain</a:t>
            </a:r>
          </a:p>
          <a:p>
            <a:pPr>
              <a:spcBef>
                <a:spcPts val="600"/>
              </a:spcBef>
            </a:pPr>
            <a:r>
              <a:rPr sz="1400" dirty="0">
                <a:solidFill>
                  <a:srgbClr val="E2E8F0"/>
                </a:solidFill>
                <a:latin typeface="Segoe UI"/>
              </a:rPr>
              <a:t>Transactions organized into block</a:t>
            </a:r>
          </a:p>
        </p:txBody>
      </p:sp>
      <p:sp>
        <p:nvSpPr>
          <p:cNvPr id="19" name="Rounded Rectangle 18"/>
          <p:cNvSpPr/>
          <p:nvPr/>
        </p:nvSpPr>
        <p:spPr>
          <a:xfrm>
            <a:off x="6912864"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050024" y="2971800"/>
            <a:ext cx="1143000" cy="292608"/>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59E0B"/>
                </a:solidFill>
                <a:latin typeface="Segoe UI"/>
              </a:rPr>
              <a:t>STEP 05</a:t>
            </a:r>
          </a:p>
        </p:txBody>
      </p:sp>
      <p:sp>
        <p:nvSpPr>
          <p:cNvPr id="21" name="TextBox 20"/>
          <p:cNvSpPr txBox="1"/>
          <p:nvPr/>
        </p:nvSpPr>
        <p:spPr>
          <a:xfrm>
            <a:off x="7004303" y="3383280"/>
            <a:ext cx="1234440" cy="1246495"/>
          </a:xfrm>
          <a:prstGeom prst="rect">
            <a:avLst/>
          </a:prstGeom>
          <a:noFill/>
        </p:spPr>
        <p:txBody>
          <a:bodyPr wrap="square">
            <a:spAutoFit/>
          </a:bodyPr>
          <a:lstStyle/>
          <a:p>
            <a:r>
              <a:rPr sz="1400" b="1" dirty="0">
                <a:solidFill>
                  <a:srgbClr val="FFFFFF"/>
                </a:solidFill>
                <a:latin typeface="Segoe UI"/>
              </a:rPr>
              <a:t>Mining</a:t>
            </a:r>
          </a:p>
          <a:p>
            <a:pPr>
              <a:spcBef>
                <a:spcPts val="600"/>
              </a:spcBef>
            </a:pPr>
            <a:r>
              <a:rPr sz="1400" dirty="0">
                <a:solidFill>
                  <a:srgbClr val="E2E8F0"/>
                </a:solidFill>
                <a:latin typeface="Segoe UI"/>
              </a:rPr>
              <a:t>PoW nonce puzzle solved by miner</a:t>
            </a:r>
          </a:p>
        </p:txBody>
      </p:sp>
      <p:sp>
        <p:nvSpPr>
          <p:cNvPr id="22" name="Rounded Rectangle 21"/>
          <p:cNvSpPr/>
          <p:nvPr/>
        </p:nvSpPr>
        <p:spPr>
          <a:xfrm>
            <a:off x="8458200"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595360" y="2971800"/>
            <a:ext cx="1143000" cy="292608"/>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10B981"/>
                </a:solidFill>
                <a:latin typeface="Segoe UI"/>
              </a:rPr>
              <a:t>STEP 06</a:t>
            </a:r>
          </a:p>
        </p:txBody>
      </p:sp>
      <p:sp>
        <p:nvSpPr>
          <p:cNvPr id="24" name="TextBox 23"/>
          <p:cNvSpPr txBox="1"/>
          <p:nvPr/>
        </p:nvSpPr>
        <p:spPr>
          <a:xfrm>
            <a:off x="8549640" y="3383280"/>
            <a:ext cx="1234440" cy="1461939"/>
          </a:xfrm>
          <a:prstGeom prst="rect">
            <a:avLst/>
          </a:prstGeom>
          <a:noFill/>
        </p:spPr>
        <p:txBody>
          <a:bodyPr wrap="square">
            <a:spAutoFit/>
          </a:bodyPr>
          <a:lstStyle/>
          <a:p>
            <a:r>
              <a:rPr sz="1400" b="1" dirty="0">
                <a:solidFill>
                  <a:srgbClr val="FFFFFF"/>
                </a:solidFill>
                <a:latin typeface="Segoe UI"/>
              </a:rPr>
              <a:t>Secure Record</a:t>
            </a:r>
          </a:p>
          <a:p>
            <a:pPr>
              <a:spcBef>
                <a:spcPts val="600"/>
              </a:spcBef>
            </a:pPr>
            <a:r>
              <a:rPr sz="1400" dirty="0">
                <a:solidFill>
                  <a:srgbClr val="E2E8F0"/>
                </a:solidFill>
                <a:latin typeface="Segoe UI"/>
              </a:rPr>
              <a:t>Cryptographically sealed immutable block</a:t>
            </a:r>
          </a:p>
        </p:txBody>
      </p:sp>
      <p:sp>
        <p:nvSpPr>
          <p:cNvPr id="25" name="Rounded Rectangle 24"/>
          <p:cNvSpPr/>
          <p:nvPr/>
        </p:nvSpPr>
        <p:spPr>
          <a:xfrm>
            <a:off x="10003536" y="2834640"/>
            <a:ext cx="1417320" cy="25603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140696" y="2971800"/>
            <a:ext cx="1143000" cy="292608"/>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Segoe UI"/>
              </a:rPr>
              <a:t>STEP 07</a:t>
            </a:r>
          </a:p>
        </p:txBody>
      </p:sp>
      <p:sp>
        <p:nvSpPr>
          <p:cNvPr id="27" name="TextBox 26"/>
          <p:cNvSpPr txBox="1"/>
          <p:nvPr/>
        </p:nvSpPr>
        <p:spPr>
          <a:xfrm>
            <a:off x="10094976" y="3383280"/>
            <a:ext cx="1234440" cy="1461939"/>
          </a:xfrm>
          <a:prstGeom prst="rect">
            <a:avLst/>
          </a:prstGeom>
          <a:noFill/>
        </p:spPr>
        <p:txBody>
          <a:bodyPr wrap="square">
            <a:spAutoFit/>
          </a:bodyPr>
          <a:lstStyle/>
          <a:p>
            <a:r>
              <a:rPr sz="1400" b="1" dirty="0">
                <a:solidFill>
                  <a:srgbClr val="FFFFFF"/>
                </a:solidFill>
                <a:latin typeface="Segoe UI"/>
              </a:rPr>
              <a:t>Blockchain Explorer</a:t>
            </a:r>
          </a:p>
          <a:p>
            <a:pPr>
              <a:spcBef>
                <a:spcPts val="600"/>
              </a:spcBef>
            </a:pPr>
            <a:r>
              <a:rPr sz="1400" dirty="0">
                <a:solidFill>
                  <a:srgbClr val="E2E8F0"/>
                </a:solidFill>
                <a:latin typeface="Segoe UI"/>
              </a:rPr>
              <a:t>Live transparent public verification</a:t>
            </a:r>
          </a:p>
        </p:txBody>
      </p:sp>
      <p:sp>
        <p:nvSpPr>
          <p:cNvPr id="28" name="Rounded Rectangle 27"/>
          <p:cNvSpPr/>
          <p:nvPr/>
        </p:nvSpPr>
        <p:spPr>
          <a:xfrm>
            <a:off x="731520" y="5623560"/>
            <a:ext cx="10698480" cy="731520"/>
          </a:xfrm>
          <a:prstGeom prst="roundRect">
            <a:avLst/>
          </a:prstGeom>
          <a:solidFill>
            <a:srgbClr val="1A294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 y="5669280"/>
            <a:ext cx="10241280" cy="461665"/>
          </a:xfrm>
          <a:prstGeom prst="rect">
            <a:avLst/>
          </a:prstGeom>
          <a:noFill/>
        </p:spPr>
        <p:txBody>
          <a:bodyPr wrap="square">
            <a:spAutoFit/>
          </a:bodyPr>
          <a:lstStyle/>
          <a:p>
            <a:r>
              <a:rPr sz="1200" b="1" dirty="0">
                <a:solidFill>
                  <a:srgbClr val="38BDF8"/>
                </a:solidFill>
                <a:latin typeface="Segoe UI"/>
              </a:rPr>
              <a:t>Educational Simulation Notice: </a:t>
            </a:r>
            <a:r>
              <a:rPr sz="1200" dirty="0">
                <a:solidFill>
                  <a:srgbClr val="FFFFFF"/>
                </a:solidFill>
                <a:latin typeface="Segoe UI"/>
              </a:rPr>
              <a:t>This project is an educational blockchain simulation designed for college review and demonstration. It implements genuine cryptographic hashing (SHA-256) and consensus rules natively in JavaScript without requiring real financial cryptocurrency.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PROJECT OBJECTIVES</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Core Objectives &amp; Key Deliverables</a:t>
            </a:r>
          </a:p>
          <a:p>
            <a:r>
              <a:rPr sz="1400" dirty="0">
                <a:solidFill>
                  <a:srgbClr val="94A3B8"/>
                </a:solidFill>
                <a:latin typeface="Segoe UI"/>
              </a:rPr>
              <a:t>Ten primary benchmarks implemented to demonstrate blockchain mechanics in shipping</a:t>
            </a:r>
          </a:p>
        </p:txBody>
      </p:sp>
      <p:sp>
        <p:nvSpPr>
          <p:cNvPr id="5" name="Rounded Rectangle 4"/>
          <p:cNvSpPr/>
          <p:nvPr/>
        </p:nvSpPr>
        <p:spPr>
          <a:xfrm>
            <a:off x="731520" y="155448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91639"/>
            <a:ext cx="1783080" cy="1436291"/>
          </a:xfrm>
          <a:prstGeom prst="rect">
            <a:avLst/>
          </a:prstGeom>
          <a:noFill/>
        </p:spPr>
        <p:txBody>
          <a:bodyPr wrap="square">
            <a:spAutoFit/>
          </a:bodyPr>
          <a:lstStyle/>
          <a:p>
            <a:r>
              <a:rPr sz="1200" dirty="0"/>
              <a:t>🔒
</a:t>
            </a:r>
            <a:r>
              <a:rPr sz="1200" b="1" dirty="0">
                <a:solidFill>
                  <a:srgbClr val="FFFFFF"/>
                </a:solidFill>
                <a:latin typeface="Segoe UI"/>
              </a:rPr>
              <a:t>Secure Shipment Records
</a:t>
            </a:r>
          </a:p>
          <a:p>
            <a:pPr>
              <a:spcBef>
                <a:spcPts val="400"/>
              </a:spcBef>
            </a:pPr>
            <a:r>
              <a:rPr sz="1200" dirty="0">
                <a:solidFill>
                  <a:srgbClr val="E2E8F0"/>
                </a:solidFill>
                <a:latin typeface="Segoe UI"/>
              </a:rPr>
              <a:t>Store manifests and cargo data securely on chain</a:t>
            </a:r>
          </a:p>
        </p:txBody>
      </p:sp>
      <p:sp>
        <p:nvSpPr>
          <p:cNvPr id="7" name="Rectangle 6"/>
          <p:cNvSpPr/>
          <p:nvPr/>
        </p:nvSpPr>
        <p:spPr>
          <a:xfrm>
            <a:off x="868680" y="3474720"/>
            <a:ext cx="1783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07791" y="155448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44951" y="1691639"/>
            <a:ext cx="1783080" cy="1436291"/>
          </a:xfrm>
          <a:prstGeom prst="rect">
            <a:avLst/>
          </a:prstGeom>
          <a:noFill/>
        </p:spPr>
        <p:txBody>
          <a:bodyPr wrap="square">
            <a:spAutoFit/>
          </a:bodyPr>
          <a:lstStyle/>
          <a:p>
            <a:r>
              <a:rPr sz="1200" dirty="0"/>
              <a:t>🛡️
</a:t>
            </a:r>
            <a:r>
              <a:rPr sz="1200" b="1" dirty="0">
                <a:solidFill>
                  <a:srgbClr val="FFFFFF"/>
                </a:solidFill>
                <a:latin typeface="Segoe UI"/>
              </a:rPr>
              <a:t>Maintain Data Integrity
</a:t>
            </a:r>
          </a:p>
          <a:p>
            <a:pPr>
              <a:spcBef>
                <a:spcPts val="400"/>
              </a:spcBef>
            </a:pPr>
            <a:r>
              <a:rPr sz="1200" dirty="0">
                <a:solidFill>
                  <a:srgbClr val="E2E8F0"/>
                </a:solidFill>
                <a:latin typeface="Segoe UI"/>
              </a:rPr>
              <a:t>Ensure historic blocks remain mathematically protected</a:t>
            </a:r>
          </a:p>
        </p:txBody>
      </p:sp>
      <p:sp>
        <p:nvSpPr>
          <p:cNvPr id="10" name="Rectangle 9"/>
          <p:cNvSpPr/>
          <p:nvPr/>
        </p:nvSpPr>
        <p:spPr>
          <a:xfrm>
            <a:off x="3044951" y="3474720"/>
            <a:ext cx="178308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84064" y="155448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21224" y="1691639"/>
            <a:ext cx="1783080" cy="1436291"/>
          </a:xfrm>
          <a:prstGeom prst="rect">
            <a:avLst/>
          </a:prstGeom>
          <a:noFill/>
        </p:spPr>
        <p:txBody>
          <a:bodyPr wrap="square">
            <a:spAutoFit/>
          </a:bodyPr>
          <a:lstStyle/>
          <a:p>
            <a:r>
              <a:rPr sz="1200" dirty="0"/>
              <a:t>⚠️
</a:t>
            </a:r>
            <a:r>
              <a:rPr sz="1200" b="1" dirty="0">
                <a:solidFill>
                  <a:srgbClr val="FFFFFF"/>
                </a:solidFill>
                <a:latin typeface="Segoe UI"/>
              </a:rPr>
              <a:t>Detect Tampering
</a:t>
            </a:r>
          </a:p>
          <a:p>
            <a:pPr>
              <a:spcBef>
                <a:spcPts val="400"/>
              </a:spcBef>
            </a:pPr>
            <a:r>
              <a:rPr sz="1200" dirty="0">
                <a:solidFill>
                  <a:srgbClr val="E2E8F0"/>
                </a:solidFill>
                <a:latin typeface="Segoe UI"/>
              </a:rPr>
              <a:t>Instantly flag unauthorized modifications in the ledger</a:t>
            </a:r>
          </a:p>
        </p:txBody>
      </p:sp>
      <p:sp>
        <p:nvSpPr>
          <p:cNvPr id="13" name="Rectangle 12"/>
          <p:cNvSpPr/>
          <p:nvPr/>
        </p:nvSpPr>
        <p:spPr>
          <a:xfrm>
            <a:off x="5221224" y="3474720"/>
            <a:ext cx="1783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260336" y="155448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97496" y="1691639"/>
            <a:ext cx="1783080" cy="1251625"/>
          </a:xfrm>
          <a:prstGeom prst="rect">
            <a:avLst/>
          </a:prstGeom>
          <a:noFill/>
        </p:spPr>
        <p:txBody>
          <a:bodyPr wrap="square">
            <a:spAutoFit/>
          </a:bodyPr>
          <a:lstStyle/>
          <a:p>
            <a:r>
              <a:rPr sz="1200" dirty="0"/>
              <a:t>⚖️
</a:t>
            </a:r>
            <a:r>
              <a:rPr sz="1200" b="1" dirty="0">
                <a:solidFill>
                  <a:srgbClr val="FFFFFF"/>
                </a:solidFill>
                <a:latin typeface="Segoe UI"/>
              </a:rPr>
              <a:t>Validate Transactions
</a:t>
            </a:r>
          </a:p>
          <a:p>
            <a:pPr>
              <a:spcBef>
                <a:spcPts val="400"/>
              </a:spcBef>
            </a:pPr>
            <a:r>
              <a:rPr sz="1200" dirty="0">
                <a:solidFill>
                  <a:srgbClr val="E2E8F0"/>
                </a:solidFill>
                <a:latin typeface="Segoe UI"/>
              </a:rPr>
              <a:t>Enforce 5-rule criteria before adding transactions</a:t>
            </a:r>
          </a:p>
        </p:txBody>
      </p:sp>
      <p:sp>
        <p:nvSpPr>
          <p:cNvPr id="16" name="Rectangle 15"/>
          <p:cNvSpPr/>
          <p:nvPr/>
        </p:nvSpPr>
        <p:spPr>
          <a:xfrm>
            <a:off x="7397496" y="3474720"/>
            <a:ext cx="178308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436608" y="155448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73768" y="1691639"/>
            <a:ext cx="1783080" cy="1436291"/>
          </a:xfrm>
          <a:prstGeom prst="rect">
            <a:avLst/>
          </a:prstGeom>
          <a:noFill/>
        </p:spPr>
        <p:txBody>
          <a:bodyPr wrap="square">
            <a:spAutoFit/>
          </a:bodyPr>
          <a:lstStyle/>
          <a:p>
            <a:r>
              <a:rPr sz="1200" dirty="0"/>
              <a:t>⛓️
</a:t>
            </a:r>
            <a:r>
              <a:rPr sz="1200" b="1" dirty="0">
                <a:solidFill>
                  <a:srgbClr val="FFFFFF"/>
                </a:solidFill>
                <a:latin typeface="Segoe UI"/>
              </a:rPr>
              <a:t>Demonstrate Blockchain Creation
</a:t>
            </a:r>
          </a:p>
          <a:p>
            <a:pPr>
              <a:spcBef>
                <a:spcPts val="400"/>
              </a:spcBef>
            </a:pPr>
            <a:r>
              <a:rPr sz="1200" dirty="0">
                <a:solidFill>
                  <a:srgbClr val="E2E8F0"/>
                </a:solidFill>
                <a:latin typeface="Segoe UI"/>
              </a:rPr>
              <a:t>Initialize Genesis block and link sequential blocks</a:t>
            </a:r>
          </a:p>
        </p:txBody>
      </p:sp>
      <p:sp>
        <p:nvSpPr>
          <p:cNvPr id="19" name="Rectangle 18"/>
          <p:cNvSpPr/>
          <p:nvPr/>
        </p:nvSpPr>
        <p:spPr>
          <a:xfrm>
            <a:off x="9573768" y="3474720"/>
            <a:ext cx="17830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31520" y="379476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931920"/>
            <a:ext cx="1783080" cy="1343958"/>
          </a:xfrm>
          <a:prstGeom prst="rect">
            <a:avLst/>
          </a:prstGeom>
          <a:noFill/>
        </p:spPr>
        <p:txBody>
          <a:bodyPr wrap="square">
            <a:spAutoFit/>
          </a:bodyPr>
          <a:lstStyle/>
          <a:p>
            <a:r>
              <a:rPr sz="1800" dirty="0"/>
              <a:t>⛏️
</a:t>
            </a:r>
            <a:r>
              <a:rPr sz="1200" b="1" dirty="0">
                <a:solidFill>
                  <a:srgbClr val="FFFFFF"/>
                </a:solidFill>
                <a:latin typeface="Segoe UI"/>
              </a:rPr>
              <a:t>Implement Proof of Work
</a:t>
            </a:r>
          </a:p>
          <a:p>
            <a:pPr>
              <a:spcBef>
                <a:spcPts val="400"/>
              </a:spcBef>
            </a:pPr>
            <a:r>
              <a:rPr sz="1200" dirty="0">
                <a:solidFill>
                  <a:srgbClr val="E2E8F0"/>
                </a:solidFill>
                <a:latin typeface="Segoe UI"/>
              </a:rPr>
              <a:t>Simulate hash puzzles with nonce adjustment</a:t>
            </a:r>
          </a:p>
        </p:txBody>
      </p:sp>
      <p:sp>
        <p:nvSpPr>
          <p:cNvPr id="22" name="Rectangle 21"/>
          <p:cNvSpPr/>
          <p:nvPr/>
        </p:nvSpPr>
        <p:spPr>
          <a:xfrm>
            <a:off x="868680" y="5715000"/>
            <a:ext cx="17830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907791" y="379476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44951" y="3931920"/>
            <a:ext cx="1783080" cy="1436291"/>
          </a:xfrm>
          <a:prstGeom prst="rect">
            <a:avLst/>
          </a:prstGeom>
          <a:noFill/>
        </p:spPr>
        <p:txBody>
          <a:bodyPr wrap="square">
            <a:spAutoFit/>
          </a:bodyPr>
          <a:lstStyle/>
          <a:p>
            <a:r>
              <a:rPr sz="1200" dirty="0"/>
              <a:t>👛
</a:t>
            </a:r>
            <a:r>
              <a:rPr sz="1200" b="1" dirty="0">
                <a:solidFill>
                  <a:srgbClr val="FFFFFF"/>
                </a:solidFill>
                <a:latin typeface="Segoe UI"/>
              </a:rPr>
              <a:t>Implement Wallets &amp; Transactions
</a:t>
            </a:r>
          </a:p>
          <a:p>
            <a:pPr>
              <a:spcBef>
                <a:spcPts val="400"/>
              </a:spcBef>
            </a:pPr>
            <a:r>
              <a:rPr sz="1200" dirty="0">
                <a:solidFill>
                  <a:srgbClr val="E2E8F0"/>
                </a:solidFill>
                <a:latin typeface="Segoe UI"/>
              </a:rPr>
              <a:t>Manage demo keys, balances, and P2P transfers</a:t>
            </a:r>
          </a:p>
        </p:txBody>
      </p:sp>
      <p:sp>
        <p:nvSpPr>
          <p:cNvPr id="25" name="Rectangle 24"/>
          <p:cNvSpPr/>
          <p:nvPr/>
        </p:nvSpPr>
        <p:spPr>
          <a:xfrm>
            <a:off x="3044951" y="5715000"/>
            <a:ext cx="178308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084064" y="379476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21224" y="3931920"/>
            <a:ext cx="1783080" cy="1066959"/>
          </a:xfrm>
          <a:prstGeom prst="rect">
            <a:avLst/>
          </a:prstGeom>
          <a:noFill/>
        </p:spPr>
        <p:txBody>
          <a:bodyPr wrap="square">
            <a:spAutoFit/>
          </a:bodyPr>
          <a:lstStyle/>
          <a:p>
            <a:r>
              <a:rPr sz="1200" dirty="0"/>
              <a:t>🌳
</a:t>
            </a:r>
            <a:r>
              <a:rPr sz="1200" b="1" dirty="0">
                <a:solidFill>
                  <a:srgbClr val="FFFFFF"/>
                </a:solidFill>
                <a:latin typeface="Segoe UI"/>
              </a:rPr>
              <a:t>Generate Merkle Root
</a:t>
            </a:r>
          </a:p>
          <a:p>
            <a:pPr>
              <a:spcBef>
                <a:spcPts val="400"/>
              </a:spcBef>
            </a:pPr>
            <a:r>
              <a:rPr sz="1200" dirty="0">
                <a:solidFill>
                  <a:srgbClr val="E2E8F0"/>
                </a:solidFill>
                <a:latin typeface="Segoe UI"/>
              </a:rPr>
              <a:t>Combine transactions into binary hash trees</a:t>
            </a:r>
          </a:p>
        </p:txBody>
      </p:sp>
      <p:sp>
        <p:nvSpPr>
          <p:cNvPr id="28" name="Rectangle 27"/>
          <p:cNvSpPr/>
          <p:nvPr/>
        </p:nvSpPr>
        <p:spPr>
          <a:xfrm>
            <a:off x="5221224" y="5715000"/>
            <a:ext cx="1783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260336" y="379476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97496" y="3931920"/>
            <a:ext cx="1783080" cy="1436291"/>
          </a:xfrm>
          <a:prstGeom prst="rect">
            <a:avLst/>
          </a:prstGeom>
          <a:noFill/>
        </p:spPr>
        <p:txBody>
          <a:bodyPr wrap="square">
            <a:spAutoFit/>
          </a:bodyPr>
          <a:lstStyle/>
          <a:p>
            <a:r>
              <a:rPr sz="1200" dirty="0"/>
              <a:t>📜
</a:t>
            </a:r>
            <a:r>
              <a:rPr sz="1200" b="1" dirty="0">
                <a:solidFill>
                  <a:srgbClr val="FFFFFF"/>
                </a:solidFill>
                <a:latin typeface="Segoe UI"/>
              </a:rPr>
              <a:t>Simulate Smart Contracts
</a:t>
            </a:r>
          </a:p>
          <a:p>
            <a:pPr>
              <a:spcBef>
                <a:spcPts val="400"/>
              </a:spcBef>
            </a:pPr>
            <a:r>
              <a:rPr sz="1200" dirty="0">
                <a:solidFill>
                  <a:srgbClr val="E2E8F0"/>
                </a:solidFill>
                <a:latin typeface="Segoe UI"/>
              </a:rPr>
              <a:t>Enforce shipping milestone rules and escrow payouts</a:t>
            </a:r>
          </a:p>
        </p:txBody>
      </p:sp>
      <p:sp>
        <p:nvSpPr>
          <p:cNvPr id="31" name="Rectangle 30"/>
          <p:cNvSpPr/>
          <p:nvPr/>
        </p:nvSpPr>
        <p:spPr>
          <a:xfrm>
            <a:off x="7397496" y="5715000"/>
            <a:ext cx="17830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436608" y="3794760"/>
            <a:ext cx="2057400" cy="21031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73768" y="3931920"/>
            <a:ext cx="1783080" cy="1436291"/>
          </a:xfrm>
          <a:prstGeom prst="rect">
            <a:avLst/>
          </a:prstGeom>
          <a:noFill/>
        </p:spPr>
        <p:txBody>
          <a:bodyPr wrap="square">
            <a:spAutoFit/>
          </a:bodyPr>
          <a:lstStyle/>
          <a:p>
            <a:r>
              <a:rPr sz="1200" dirty="0"/>
              <a:t>🔍
</a:t>
            </a:r>
            <a:r>
              <a:rPr sz="1200" b="1" dirty="0">
                <a:solidFill>
                  <a:srgbClr val="FFFFFF"/>
                </a:solidFill>
                <a:latin typeface="Segoe UI"/>
              </a:rPr>
              <a:t>Provide Blockchain Exploration
</a:t>
            </a:r>
          </a:p>
          <a:p>
            <a:pPr>
              <a:spcBef>
                <a:spcPts val="400"/>
              </a:spcBef>
            </a:pPr>
            <a:r>
              <a:rPr sz="1200" dirty="0">
                <a:solidFill>
                  <a:srgbClr val="E2E8F0"/>
                </a:solidFill>
                <a:latin typeface="Segoe UI"/>
              </a:rPr>
              <a:t>Offer live search and audit tools for all blocks</a:t>
            </a:r>
          </a:p>
        </p:txBody>
      </p:sp>
      <p:sp>
        <p:nvSpPr>
          <p:cNvPr id="34" name="Rectangle 33"/>
          <p:cNvSpPr/>
          <p:nvPr/>
        </p:nvSpPr>
        <p:spPr>
          <a:xfrm>
            <a:off x="9573768" y="5715000"/>
            <a:ext cx="17830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31520" y="6172200"/>
            <a:ext cx="10698480" cy="41148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 y="6172200"/>
            <a:ext cx="9060494" cy="307777"/>
          </a:xfrm>
          <a:prstGeom prst="rect">
            <a:avLst/>
          </a:prstGeom>
          <a:noFill/>
        </p:spPr>
        <p:txBody>
          <a:bodyPr wrap="none">
            <a:spAutoFit/>
          </a:bodyPr>
          <a:lstStyle/>
          <a:p>
            <a:r>
              <a:rPr sz="1400" b="1" dirty="0">
                <a:solidFill>
                  <a:srgbClr val="10B981"/>
                </a:solidFill>
                <a:latin typeface="Segoe UI"/>
              </a:rPr>
              <a:t>Implementation Status: </a:t>
            </a:r>
            <a:r>
              <a:rPr sz="1400" dirty="0">
                <a:solidFill>
                  <a:srgbClr val="FFFFFF"/>
                </a:solidFill>
                <a:latin typeface="Segoe UI"/>
              </a:rPr>
              <a:t>All 10 project objectives are fully implemented and verified with automated test suites.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TECHNOLOGY STACK</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Technologies Used in the Project</a:t>
            </a:r>
          </a:p>
          <a:p>
            <a:r>
              <a:rPr sz="1400" dirty="0">
                <a:solidFill>
                  <a:srgbClr val="94A3B8"/>
                </a:solidFill>
                <a:latin typeface="Segoe UI"/>
              </a:rPr>
              <a:t>Clean technology architecture accurately reflecting implemented tools</a:t>
            </a:r>
          </a:p>
        </p:txBody>
      </p:sp>
      <p:sp>
        <p:nvSpPr>
          <p:cNvPr id="5" name="Rounded Rectangle 4"/>
          <p:cNvSpPr/>
          <p:nvPr/>
        </p:nvSpPr>
        <p:spPr>
          <a:xfrm>
            <a:off x="731520" y="1554480"/>
            <a:ext cx="25603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1691640"/>
            <a:ext cx="2286000" cy="41148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FRONTEND</a:t>
            </a:r>
          </a:p>
        </p:txBody>
      </p:sp>
      <p:sp>
        <p:nvSpPr>
          <p:cNvPr id="7" name="TextBox 6"/>
          <p:cNvSpPr txBox="1"/>
          <p:nvPr/>
        </p:nvSpPr>
        <p:spPr>
          <a:xfrm>
            <a:off x="868680" y="2240280"/>
            <a:ext cx="2286000" cy="3026470"/>
          </a:xfrm>
          <a:prstGeom prst="rect">
            <a:avLst/>
          </a:prstGeom>
          <a:noFill/>
        </p:spPr>
        <p:txBody>
          <a:bodyPr wrap="square">
            <a:spAutoFit/>
          </a:bodyPr>
          <a:lstStyle/>
          <a:p>
            <a:pPr>
              <a:spcAft>
                <a:spcPts val="800"/>
              </a:spcAft>
            </a:pPr>
            <a:r>
              <a:rPr sz="1200" dirty="0">
                <a:solidFill>
                  <a:srgbClr val="94A3B8"/>
                </a:solidFill>
                <a:latin typeface="Segoe UI"/>
              </a:rPr>
              <a:t>User Interface Tier</a:t>
            </a:r>
          </a:p>
          <a:p>
            <a:pPr>
              <a:spcBef>
                <a:spcPts val="600"/>
              </a:spcBef>
            </a:pPr>
            <a:r>
              <a:rPr sz="1200" b="1" dirty="0">
                <a:solidFill>
                  <a:srgbClr val="FFFFFF"/>
                </a:solidFill>
                <a:latin typeface="Segoe UI"/>
              </a:rPr>
              <a:t>✔ React
</a:t>
            </a:r>
            <a:r>
              <a:rPr sz="1200" dirty="0">
                <a:solidFill>
                  <a:srgbClr val="E2E8F0"/>
                </a:solidFill>
                <a:latin typeface="Segoe UI"/>
              </a:rPr>
              <a:t>Component-based single page UI</a:t>
            </a:r>
          </a:p>
          <a:p>
            <a:pPr>
              <a:spcBef>
                <a:spcPts val="600"/>
              </a:spcBef>
            </a:pPr>
            <a:r>
              <a:rPr sz="1200" b="1" dirty="0">
                <a:solidFill>
                  <a:srgbClr val="FFFFFF"/>
                </a:solidFill>
                <a:latin typeface="Segoe UI"/>
              </a:rPr>
              <a:t>✔ HTML5
</a:t>
            </a:r>
            <a:r>
              <a:rPr sz="1200" dirty="0">
                <a:solidFill>
                  <a:srgbClr val="E2E8F0"/>
                </a:solidFill>
                <a:latin typeface="Segoe UI"/>
              </a:rPr>
              <a:t>Modern semantic page markup</a:t>
            </a:r>
          </a:p>
          <a:p>
            <a:pPr>
              <a:spcBef>
                <a:spcPts val="600"/>
              </a:spcBef>
            </a:pPr>
            <a:r>
              <a:rPr sz="1200" b="1" dirty="0">
                <a:solidFill>
                  <a:srgbClr val="FFFFFF"/>
                </a:solidFill>
                <a:latin typeface="Segoe UI"/>
              </a:rPr>
              <a:t>✔ CSS / Tailwind
</a:t>
            </a:r>
            <a:r>
              <a:rPr sz="1200" dirty="0">
                <a:solidFill>
                  <a:srgbClr val="E2E8F0"/>
                </a:solidFill>
                <a:latin typeface="Segoe UI"/>
              </a:rPr>
              <a:t>Responsive dark-mode styling</a:t>
            </a:r>
          </a:p>
          <a:p>
            <a:pPr>
              <a:spcBef>
                <a:spcPts val="600"/>
              </a:spcBef>
            </a:pPr>
            <a:r>
              <a:rPr sz="1200" b="1" dirty="0">
                <a:solidFill>
                  <a:srgbClr val="FFFFFF"/>
                </a:solidFill>
                <a:latin typeface="Segoe UI"/>
              </a:rPr>
              <a:t>✔ JavaScript
</a:t>
            </a:r>
            <a:r>
              <a:rPr sz="1200" dirty="0">
                <a:solidFill>
                  <a:srgbClr val="E2E8F0"/>
                </a:solidFill>
                <a:latin typeface="Segoe UI"/>
              </a:rPr>
              <a:t>Client-side interactive state &amp; API calls</a:t>
            </a:r>
          </a:p>
        </p:txBody>
      </p:sp>
      <p:sp>
        <p:nvSpPr>
          <p:cNvPr id="8" name="Rounded Rectangle 7"/>
          <p:cNvSpPr/>
          <p:nvPr/>
        </p:nvSpPr>
        <p:spPr>
          <a:xfrm>
            <a:off x="3429000" y="1554480"/>
            <a:ext cx="25603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566160" y="1691640"/>
            <a:ext cx="2286000" cy="41148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10B981"/>
                </a:solidFill>
                <a:latin typeface="Segoe UI"/>
              </a:rPr>
              <a:t>BACKEND</a:t>
            </a:r>
          </a:p>
        </p:txBody>
      </p:sp>
      <p:sp>
        <p:nvSpPr>
          <p:cNvPr id="10" name="TextBox 9"/>
          <p:cNvSpPr txBox="1"/>
          <p:nvPr/>
        </p:nvSpPr>
        <p:spPr>
          <a:xfrm>
            <a:off x="3566160" y="2240280"/>
            <a:ext cx="2286000" cy="3200400"/>
          </a:xfrm>
          <a:prstGeom prst="rect">
            <a:avLst/>
          </a:prstGeom>
          <a:noFill/>
        </p:spPr>
        <p:txBody>
          <a:bodyPr wrap="square">
            <a:spAutoFit/>
          </a:bodyPr>
          <a:lstStyle/>
          <a:p>
            <a:pPr>
              <a:spcAft>
                <a:spcPts val="800"/>
              </a:spcAft>
            </a:pPr>
            <a:r>
              <a:rPr sz="1200" dirty="0">
                <a:solidFill>
                  <a:srgbClr val="94A3B8"/>
                </a:solidFill>
                <a:latin typeface="Segoe UI"/>
              </a:rPr>
              <a:t>Server &amp; API Tier</a:t>
            </a:r>
          </a:p>
          <a:p>
            <a:pPr>
              <a:spcBef>
                <a:spcPts val="600"/>
              </a:spcBef>
            </a:pPr>
            <a:r>
              <a:rPr sz="1200" b="1" dirty="0">
                <a:solidFill>
                  <a:srgbClr val="FFFFFF"/>
                </a:solidFill>
                <a:latin typeface="Segoe UI"/>
              </a:rPr>
              <a:t>✔ Node.js
</a:t>
            </a:r>
            <a:r>
              <a:rPr sz="1200" dirty="0">
                <a:solidFill>
                  <a:srgbClr val="E2E8F0"/>
                </a:solidFill>
                <a:latin typeface="Segoe UI"/>
              </a:rPr>
              <a:t>Asynchronous JavaScript runtime environment</a:t>
            </a:r>
          </a:p>
          <a:p>
            <a:pPr>
              <a:spcBef>
                <a:spcPts val="600"/>
              </a:spcBef>
            </a:pPr>
            <a:r>
              <a:rPr sz="1200" b="1" dirty="0">
                <a:solidFill>
                  <a:srgbClr val="FFFFFF"/>
                </a:solidFill>
                <a:latin typeface="Segoe UI"/>
              </a:rPr>
              <a:t>✔ Express.js
</a:t>
            </a:r>
            <a:r>
              <a:rPr sz="1200" dirty="0">
                <a:solidFill>
                  <a:srgbClr val="E2E8F0"/>
                </a:solidFill>
                <a:latin typeface="Segoe UI"/>
              </a:rPr>
              <a:t>RESTful API routes for blockchain operations</a:t>
            </a:r>
          </a:p>
          <a:p>
            <a:pPr>
              <a:spcBef>
                <a:spcPts val="600"/>
              </a:spcBef>
            </a:pPr>
            <a:r>
              <a:rPr sz="1200" b="1" dirty="0">
                <a:solidFill>
                  <a:srgbClr val="FFFFFF"/>
                </a:solidFill>
                <a:latin typeface="Segoe UI"/>
              </a:rPr>
              <a:t>✔ CORS &amp; JSON
</a:t>
            </a:r>
            <a:r>
              <a:rPr sz="1200" dirty="0">
                <a:solidFill>
                  <a:srgbClr val="E2E8F0"/>
                </a:solidFill>
                <a:latin typeface="Segoe UI"/>
              </a:rPr>
              <a:t>REST communication &amp; serialization</a:t>
            </a:r>
          </a:p>
          <a:p>
            <a:pPr>
              <a:spcBef>
                <a:spcPts val="600"/>
              </a:spcBef>
            </a:pPr>
            <a:r>
              <a:rPr sz="1200" b="1" dirty="0">
                <a:solidFill>
                  <a:srgbClr val="FFFFFF"/>
                </a:solidFill>
                <a:latin typeface="Segoe UI"/>
              </a:rPr>
              <a:t>✔ OOP Controllers
</a:t>
            </a:r>
            <a:r>
              <a:rPr sz="1200" dirty="0">
                <a:solidFill>
                  <a:srgbClr val="E2E8F0"/>
                </a:solidFill>
                <a:latin typeface="Segoe UI"/>
              </a:rPr>
              <a:t>Modular classes for chain &amp; shipments</a:t>
            </a:r>
          </a:p>
        </p:txBody>
      </p:sp>
      <p:sp>
        <p:nvSpPr>
          <p:cNvPr id="11" name="Rounded Rectangle 10"/>
          <p:cNvSpPr/>
          <p:nvPr/>
        </p:nvSpPr>
        <p:spPr>
          <a:xfrm>
            <a:off x="6126480" y="1554480"/>
            <a:ext cx="25603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63640" y="1691640"/>
            <a:ext cx="2286000" cy="41148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59E0B"/>
                </a:solidFill>
                <a:latin typeface="Segoe UI"/>
              </a:rPr>
              <a:t>BLOCKCHAIN CORE</a:t>
            </a:r>
          </a:p>
        </p:txBody>
      </p:sp>
      <p:sp>
        <p:nvSpPr>
          <p:cNvPr id="13" name="TextBox 12"/>
          <p:cNvSpPr txBox="1"/>
          <p:nvPr/>
        </p:nvSpPr>
        <p:spPr>
          <a:xfrm>
            <a:off x="6263640" y="2240280"/>
            <a:ext cx="2286000" cy="3200400"/>
          </a:xfrm>
          <a:prstGeom prst="rect">
            <a:avLst/>
          </a:prstGeom>
          <a:noFill/>
        </p:spPr>
        <p:txBody>
          <a:bodyPr wrap="square">
            <a:spAutoFit/>
          </a:bodyPr>
          <a:lstStyle/>
          <a:p>
            <a:pPr>
              <a:spcAft>
                <a:spcPts val="800"/>
              </a:spcAft>
            </a:pPr>
            <a:r>
              <a:rPr sz="1200" dirty="0">
                <a:solidFill>
                  <a:srgbClr val="94A3B8"/>
                </a:solidFill>
                <a:latin typeface="Segoe UI"/>
              </a:rPr>
              <a:t>Custom JavaScript Engine</a:t>
            </a:r>
          </a:p>
          <a:p>
            <a:pPr>
              <a:spcBef>
                <a:spcPts val="600"/>
              </a:spcBef>
            </a:pPr>
            <a:r>
              <a:rPr sz="1200" b="1" dirty="0">
                <a:solidFill>
                  <a:srgbClr val="FFFFFF"/>
                </a:solidFill>
                <a:latin typeface="Segoe UI"/>
              </a:rPr>
              <a:t>✔ Custom JS Blockchain
</a:t>
            </a:r>
            <a:r>
              <a:rPr sz="1200" dirty="0">
                <a:solidFill>
                  <a:srgbClr val="E2E8F0"/>
                </a:solidFill>
                <a:latin typeface="Segoe UI"/>
              </a:rPr>
              <a:t>Native implementation of chain &amp; blocks</a:t>
            </a:r>
          </a:p>
          <a:p>
            <a:pPr>
              <a:spcBef>
                <a:spcPts val="600"/>
              </a:spcBef>
            </a:pPr>
            <a:r>
              <a:rPr sz="1200" b="1" dirty="0">
                <a:solidFill>
                  <a:srgbClr val="FFFFFF"/>
                </a:solidFill>
                <a:latin typeface="Segoe UI"/>
              </a:rPr>
              <a:t>✔ SHA-256 Hashing
</a:t>
            </a:r>
            <a:r>
              <a:rPr sz="1200" dirty="0">
                <a:solidFill>
                  <a:srgbClr val="E2E8F0"/>
                </a:solidFill>
                <a:latin typeface="Segoe UI"/>
              </a:rPr>
              <a:t>Native Node.js crypto cryptographic digests</a:t>
            </a:r>
          </a:p>
          <a:p>
            <a:pPr>
              <a:spcBef>
                <a:spcPts val="600"/>
              </a:spcBef>
            </a:pPr>
            <a:r>
              <a:rPr sz="1200" b="1" dirty="0">
                <a:solidFill>
                  <a:srgbClr val="FFFFFF"/>
                </a:solidFill>
                <a:latin typeface="Segoe UI"/>
              </a:rPr>
              <a:t>✔ Proof of Work
</a:t>
            </a:r>
            <a:r>
              <a:rPr sz="1200" dirty="0">
                <a:solidFill>
                  <a:srgbClr val="E2E8F0"/>
                </a:solidFill>
                <a:latin typeface="Segoe UI"/>
              </a:rPr>
              <a:t>Iterative nonce-mining consensus algorithm</a:t>
            </a:r>
          </a:p>
          <a:p>
            <a:pPr>
              <a:spcBef>
                <a:spcPts val="600"/>
              </a:spcBef>
            </a:pPr>
            <a:r>
              <a:rPr sz="1200" b="1" dirty="0">
                <a:solidFill>
                  <a:srgbClr val="FFFFFF"/>
                </a:solidFill>
                <a:latin typeface="Segoe UI"/>
              </a:rPr>
              <a:t>✔ Merkle Tree
</a:t>
            </a:r>
            <a:r>
              <a:rPr sz="1200" dirty="0">
                <a:solidFill>
                  <a:srgbClr val="E2E8F0"/>
                </a:solidFill>
                <a:latin typeface="Segoe UI"/>
              </a:rPr>
              <a:t>Pairwise binary transaction hash aggregation</a:t>
            </a:r>
          </a:p>
        </p:txBody>
      </p:sp>
      <p:sp>
        <p:nvSpPr>
          <p:cNvPr id="14" name="Rounded Rectangle 13"/>
          <p:cNvSpPr/>
          <p:nvPr/>
        </p:nvSpPr>
        <p:spPr>
          <a:xfrm>
            <a:off x="8823960" y="1554480"/>
            <a:ext cx="25603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961120" y="1691640"/>
            <a:ext cx="2286000" cy="41148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Segoe UI"/>
              </a:rPr>
              <a:t>DATABASE / STORAGE</a:t>
            </a:r>
          </a:p>
        </p:txBody>
      </p:sp>
      <p:sp>
        <p:nvSpPr>
          <p:cNvPr id="16" name="TextBox 15"/>
          <p:cNvSpPr txBox="1"/>
          <p:nvPr/>
        </p:nvSpPr>
        <p:spPr>
          <a:xfrm>
            <a:off x="8961120" y="2240280"/>
            <a:ext cx="2286000" cy="3200400"/>
          </a:xfrm>
          <a:prstGeom prst="rect">
            <a:avLst/>
          </a:prstGeom>
          <a:noFill/>
        </p:spPr>
        <p:txBody>
          <a:bodyPr wrap="square">
            <a:spAutoFit/>
          </a:bodyPr>
          <a:lstStyle/>
          <a:p>
            <a:pPr>
              <a:spcAft>
                <a:spcPts val="800"/>
              </a:spcAft>
            </a:pPr>
            <a:r>
              <a:rPr sz="1200" dirty="0">
                <a:solidFill>
                  <a:srgbClr val="94A3B8"/>
                </a:solidFill>
                <a:latin typeface="Segoe UI"/>
              </a:rPr>
              <a:t>Ledger Storage Tier</a:t>
            </a:r>
          </a:p>
          <a:p>
            <a:pPr>
              <a:spcBef>
                <a:spcPts val="600"/>
              </a:spcBef>
            </a:pPr>
            <a:r>
              <a:rPr sz="1200" b="1" dirty="0">
                <a:solidFill>
                  <a:srgbClr val="FFFFFF"/>
                </a:solidFill>
                <a:latin typeface="Segoe UI"/>
              </a:rPr>
              <a:t>✔ In-Memory Storage
</a:t>
            </a:r>
            <a:r>
              <a:rPr sz="1200" dirty="0">
                <a:solidFill>
                  <a:srgbClr val="E2E8F0"/>
                </a:solidFill>
                <a:latin typeface="Segoe UI"/>
              </a:rPr>
              <a:t>Zero-latency active chain &amp; </a:t>
            </a:r>
            <a:r>
              <a:rPr sz="1200" dirty="0" err="1">
                <a:solidFill>
                  <a:srgbClr val="E2E8F0"/>
                </a:solidFill>
                <a:latin typeface="Segoe UI"/>
              </a:rPr>
              <a:t>mempool</a:t>
            </a:r>
            <a:r>
              <a:rPr sz="1200" dirty="0">
                <a:solidFill>
                  <a:srgbClr val="E2E8F0"/>
                </a:solidFill>
                <a:latin typeface="Segoe UI"/>
              </a:rPr>
              <a:t> queue</a:t>
            </a:r>
          </a:p>
          <a:p>
            <a:pPr>
              <a:spcBef>
                <a:spcPts val="600"/>
              </a:spcBef>
            </a:pPr>
            <a:r>
              <a:rPr sz="1200" b="1" dirty="0">
                <a:solidFill>
                  <a:srgbClr val="FFFFFF"/>
                </a:solidFill>
                <a:latin typeface="Segoe UI"/>
              </a:rPr>
              <a:t>✔ Local Storage
</a:t>
            </a:r>
            <a:r>
              <a:rPr sz="1200" dirty="0">
                <a:solidFill>
                  <a:srgbClr val="E2E8F0"/>
                </a:solidFill>
                <a:latin typeface="Segoe UI"/>
              </a:rPr>
              <a:t>Client session state &amp; preferences</a:t>
            </a:r>
          </a:p>
          <a:p>
            <a:pPr>
              <a:spcBef>
                <a:spcPts val="600"/>
              </a:spcBef>
            </a:pPr>
            <a:r>
              <a:rPr sz="1200" b="1" dirty="0">
                <a:solidFill>
                  <a:srgbClr val="FFFFFF"/>
                </a:solidFill>
                <a:latin typeface="Segoe UI"/>
              </a:rPr>
              <a:t>✔ MongoDB Ready
</a:t>
            </a:r>
            <a:r>
              <a:rPr sz="1200" dirty="0">
                <a:solidFill>
                  <a:srgbClr val="E2E8F0"/>
                </a:solidFill>
                <a:latin typeface="Segoe UI"/>
              </a:rPr>
              <a:t>Extensible schema for persistent ledger logs</a:t>
            </a:r>
          </a:p>
          <a:p>
            <a:pPr>
              <a:spcBef>
                <a:spcPts val="600"/>
              </a:spcBef>
            </a:pPr>
            <a:r>
              <a:rPr sz="1200" b="1" dirty="0">
                <a:solidFill>
                  <a:srgbClr val="FFFFFF"/>
                </a:solidFill>
                <a:latin typeface="Segoe UI"/>
              </a:rPr>
              <a:t>✔ Tamper Simulation
</a:t>
            </a:r>
            <a:r>
              <a:rPr sz="1200" dirty="0">
                <a:solidFill>
                  <a:srgbClr val="E2E8F0"/>
                </a:solidFill>
                <a:latin typeface="Segoe UI"/>
              </a:rPr>
              <a:t>Dynamic state mutation for review demos</a:t>
            </a:r>
          </a:p>
        </p:txBody>
      </p:sp>
      <p:sp>
        <p:nvSpPr>
          <p:cNvPr id="17" name="Rounded Rectangle 16"/>
          <p:cNvSpPr/>
          <p:nvPr/>
        </p:nvSpPr>
        <p:spPr>
          <a:xfrm>
            <a:off x="731520" y="5715000"/>
            <a:ext cx="10698480" cy="731520"/>
          </a:xfrm>
          <a:prstGeom prst="roundRect">
            <a:avLst/>
          </a:prstGeom>
          <a:solidFill>
            <a:srgbClr val="1A294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5760720"/>
            <a:ext cx="10241280" cy="738664"/>
          </a:xfrm>
          <a:prstGeom prst="rect">
            <a:avLst/>
          </a:prstGeom>
          <a:noFill/>
        </p:spPr>
        <p:txBody>
          <a:bodyPr wrap="square">
            <a:spAutoFit/>
          </a:bodyPr>
          <a:lstStyle/>
          <a:p>
            <a:r>
              <a:rPr sz="1400" b="1" dirty="0">
                <a:solidFill>
                  <a:srgbClr val="10B981"/>
                </a:solidFill>
                <a:latin typeface="Segoe UI"/>
              </a:rPr>
              <a:t>Accurate Stack Guarantee: </a:t>
            </a:r>
            <a:r>
              <a:rPr sz="1400" dirty="0">
                <a:solidFill>
                  <a:srgbClr val="FFFFFF"/>
                </a:solidFill>
                <a:latin typeface="Segoe UI"/>
              </a:rPr>
              <a:t>This project exclusively uses the technologies listed above. We do not claim external blockchain networks (like Ethereum or Hyperledger) that are not part of this implementation. The custom JavaScript blockchain gives us full algorithmic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SYSTEM ARCHITECTURE</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System Architecture &amp; End-to-End Flow</a:t>
            </a:r>
          </a:p>
          <a:p>
            <a:r>
              <a:rPr sz="1400" dirty="0">
                <a:solidFill>
                  <a:srgbClr val="94A3B8"/>
                </a:solidFill>
                <a:latin typeface="Segoe UI"/>
              </a:rPr>
              <a:t>Detailed multi-layer architecture from user interaction down to storage and explorer</a:t>
            </a:r>
          </a:p>
        </p:txBody>
      </p:sp>
      <p:sp>
        <p:nvSpPr>
          <p:cNvPr id="5" name="Rounded Rectangle 4"/>
          <p:cNvSpPr/>
          <p:nvPr/>
        </p:nvSpPr>
        <p:spPr>
          <a:xfrm>
            <a:off x="731520" y="150876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1655063"/>
            <a:ext cx="2011680" cy="54864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38BDF8"/>
                </a:solidFill>
                <a:latin typeface="Segoe UI"/>
              </a:rPr>
              <a:t>1. User</a:t>
            </a:r>
          </a:p>
        </p:txBody>
      </p:sp>
      <p:sp>
        <p:nvSpPr>
          <p:cNvPr id="7" name="TextBox 6"/>
          <p:cNvSpPr txBox="1"/>
          <p:nvPr/>
        </p:nvSpPr>
        <p:spPr>
          <a:xfrm>
            <a:off x="2971800" y="1618488"/>
            <a:ext cx="2834640" cy="640080"/>
          </a:xfrm>
          <a:prstGeom prst="rect">
            <a:avLst/>
          </a:prstGeom>
          <a:noFill/>
        </p:spPr>
        <p:txBody>
          <a:bodyPr wrap="square">
            <a:spAutoFit/>
          </a:bodyPr>
          <a:lstStyle/>
          <a:p>
            <a:r>
              <a:rPr sz="950">
                <a:solidFill>
                  <a:srgbClr val="E2E8F0"/>
                </a:solidFill>
                <a:latin typeface="Segoe UI"/>
              </a:rPr>
              <a:t>Shippers, carriers, and faculty examiners initiating operations</a:t>
            </a:r>
          </a:p>
        </p:txBody>
      </p:sp>
      <p:sp>
        <p:nvSpPr>
          <p:cNvPr id="8" name="Rounded Rectangle 7"/>
          <p:cNvSpPr/>
          <p:nvPr/>
        </p:nvSpPr>
        <p:spPr>
          <a:xfrm>
            <a:off x="731520" y="246888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2615184"/>
            <a:ext cx="2011680" cy="54864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2. Web Application</a:t>
            </a:r>
          </a:p>
        </p:txBody>
      </p:sp>
      <p:sp>
        <p:nvSpPr>
          <p:cNvPr id="10" name="TextBox 9"/>
          <p:cNvSpPr txBox="1"/>
          <p:nvPr/>
        </p:nvSpPr>
        <p:spPr>
          <a:xfrm>
            <a:off x="2971800" y="2578608"/>
            <a:ext cx="2834640" cy="640080"/>
          </a:xfrm>
          <a:prstGeom prst="rect">
            <a:avLst/>
          </a:prstGeom>
          <a:noFill/>
        </p:spPr>
        <p:txBody>
          <a:bodyPr wrap="square">
            <a:spAutoFit/>
          </a:bodyPr>
          <a:lstStyle/>
          <a:p>
            <a:r>
              <a:rPr sz="950">
                <a:solidFill>
                  <a:srgbClr val="E2E8F0"/>
                </a:solidFill>
                <a:latin typeface="Segoe UI"/>
              </a:rPr>
              <a:t>React frontend dashboard delivering interactive visualizations</a:t>
            </a:r>
          </a:p>
        </p:txBody>
      </p:sp>
      <p:sp>
        <p:nvSpPr>
          <p:cNvPr id="11" name="Rounded Rectangle 10"/>
          <p:cNvSpPr/>
          <p:nvPr/>
        </p:nvSpPr>
        <p:spPr>
          <a:xfrm>
            <a:off x="731520" y="342900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68680" y="3575304"/>
            <a:ext cx="2011680" cy="54864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0B981"/>
                </a:solidFill>
                <a:latin typeface="Segoe UI"/>
              </a:rPr>
              <a:t>3. Shipment Management</a:t>
            </a:r>
          </a:p>
        </p:txBody>
      </p:sp>
      <p:sp>
        <p:nvSpPr>
          <p:cNvPr id="13" name="TextBox 12"/>
          <p:cNvSpPr txBox="1"/>
          <p:nvPr/>
        </p:nvSpPr>
        <p:spPr>
          <a:xfrm>
            <a:off x="2971800" y="3538728"/>
            <a:ext cx="2834640" cy="640080"/>
          </a:xfrm>
          <a:prstGeom prst="rect">
            <a:avLst/>
          </a:prstGeom>
          <a:noFill/>
        </p:spPr>
        <p:txBody>
          <a:bodyPr wrap="square">
            <a:spAutoFit/>
          </a:bodyPr>
          <a:lstStyle/>
          <a:p>
            <a:r>
              <a:rPr sz="950">
                <a:solidFill>
                  <a:srgbClr val="E2E8F0"/>
                </a:solidFill>
                <a:latin typeface="Segoe UI"/>
              </a:rPr>
              <a:t>Logistics controller registering manifests and status changes</a:t>
            </a:r>
          </a:p>
        </p:txBody>
      </p:sp>
      <p:sp>
        <p:nvSpPr>
          <p:cNvPr id="14" name="Rounded Rectangle 13"/>
          <p:cNvSpPr/>
          <p:nvPr/>
        </p:nvSpPr>
        <p:spPr>
          <a:xfrm>
            <a:off x="731520" y="438912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68680" y="4535424"/>
            <a:ext cx="2011680" cy="54864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38BDF8"/>
                </a:solidFill>
                <a:latin typeface="Segoe UI"/>
              </a:rPr>
              <a:t>4. Transaction Layer</a:t>
            </a:r>
          </a:p>
        </p:txBody>
      </p:sp>
      <p:sp>
        <p:nvSpPr>
          <p:cNvPr id="16" name="TextBox 15"/>
          <p:cNvSpPr txBox="1"/>
          <p:nvPr/>
        </p:nvSpPr>
        <p:spPr>
          <a:xfrm>
            <a:off x="2971800" y="4498848"/>
            <a:ext cx="2834640" cy="640080"/>
          </a:xfrm>
          <a:prstGeom prst="rect">
            <a:avLst/>
          </a:prstGeom>
          <a:noFill/>
        </p:spPr>
        <p:txBody>
          <a:bodyPr wrap="square">
            <a:spAutoFit/>
          </a:bodyPr>
          <a:lstStyle/>
          <a:p>
            <a:r>
              <a:rPr sz="950">
                <a:solidFill>
                  <a:srgbClr val="E2E8F0"/>
                </a:solidFill>
                <a:latin typeface="Segoe UI"/>
              </a:rPr>
              <a:t>Converts shipping events into signed transactions in mempool</a:t>
            </a:r>
          </a:p>
        </p:txBody>
      </p:sp>
      <p:sp>
        <p:nvSpPr>
          <p:cNvPr id="17" name="Rounded Rectangle 16"/>
          <p:cNvSpPr/>
          <p:nvPr/>
        </p:nvSpPr>
        <p:spPr>
          <a:xfrm>
            <a:off x="731520" y="534924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68680" y="5495544"/>
            <a:ext cx="2011680" cy="54864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5. Blockchain Layer</a:t>
            </a:r>
          </a:p>
        </p:txBody>
      </p:sp>
      <p:sp>
        <p:nvSpPr>
          <p:cNvPr id="19" name="TextBox 18"/>
          <p:cNvSpPr txBox="1"/>
          <p:nvPr/>
        </p:nvSpPr>
        <p:spPr>
          <a:xfrm>
            <a:off x="2971800" y="5458968"/>
            <a:ext cx="2834640" cy="640080"/>
          </a:xfrm>
          <a:prstGeom prst="rect">
            <a:avLst/>
          </a:prstGeom>
          <a:noFill/>
        </p:spPr>
        <p:txBody>
          <a:bodyPr wrap="square">
            <a:spAutoFit/>
          </a:bodyPr>
          <a:lstStyle/>
          <a:p>
            <a:r>
              <a:rPr sz="950">
                <a:solidFill>
                  <a:srgbClr val="E2E8F0"/>
                </a:solidFill>
                <a:latin typeface="Segoe UI"/>
              </a:rPr>
              <a:t>Organizes transactions into discrete block structures</a:t>
            </a:r>
          </a:p>
        </p:txBody>
      </p:sp>
      <p:sp>
        <p:nvSpPr>
          <p:cNvPr id="20" name="Rounded Rectangle 19"/>
          <p:cNvSpPr/>
          <p:nvPr/>
        </p:nvSpPr>
        <p:spPr>
          <a:xfrm>
            <a:off x="6217920" y="150876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355080" y="1655063"/>
            <a:ext cx="2103120" cy="54864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59E0B"/>
                </a:solidFill>
                <a:latin typeface="Segoe UI"/>
              </a:rPr>
              <a:t>6. Hashing + Merkle Tree</a:t>
            </a:r>
          </a:p>
        </p:txBody>
      </p:sp>
      <p:sp>
        <p:nvSpPr>
          <p:cNvPr id="22" name="TextBox 21"/>
          <p:cNvSpPr txBox="1"/>
          <p:nvPr/>
        </p:nvSpPr>
        <p:spPr>
          <a:xfrm>
            <a:off x="8549640" y="1618488"/>
            <a:ext cx="2743200" cy="461665"/>
          </a:xfrm>
          <a:prstGeom prst="rect">
            <a:avLst/>
          </a:prstGeom>
          <a:noFill/>
        </p:spPr>
        <p:txBody>
          <a:bodyPr wrap="square">
            <a:spAutoFit/>
          </a:bodyPr>
          <a:lstStyle/>
          <a:p>
            <a:r>
              <a:rPr sz="1200" dirty="0">
                <a:solidFill>
                  <a:srgbClr val="E2E8F0"/>
                </a:solidFill>
                <a:latin typeface="Segoe UI"/>
              </a:rPr>
              <a:t>Calculates SHA-256 digests and builds binary Merkle root</a:t>
            </a:r>
          </a:p>
        </p:txBody>
      </p:sp>
      <p:sp>
        <p:nvSpPr>
          <p:cNvPr id="23" name="Rounded Rectangle 22"/>
          <p:cNvSpPr/>
          <p:nvPr/>
        </p:nvSpPr>
        <p:spPr>
          <a:xfrm>
            <a:off x="6217920" y="246888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55080" y="2615184"/>
            <a:ext cx="2103120" cy="54864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59E0B"/>
                </a:solidFill>
                <a:latin typeface="Segoe UI"/>
              </a:rPr>
              <a:t>7. Proof of Work / Mining</a:t>
            </a:r>
          </a:p>
        </p:txBody>
      </p:sp>
      <p:sp>
        <p:nvSpPr>
          <p:cNvPr id="25" name="TextBox 24"/>
          <p:cNvSpPr txBox="1"/>
          <p:nvPr/>
        </p:nvSpPr>
        <p:spPr>
          <a:xfrm>
            <a:off x="8549640" y="2578608"/>
            <a:ext cx="2743200" cy="461665"/>
          </a:xfrm>
          <a:prstGeom prst="rect">
            <a:avLst/>
          </a:prstGeom>
          <a:noFill/>
        </p:spPr>
        <p:txBody>
          <a:bodyPr wrap="square">
            <a:spAutoFit/>
          </a:bodyPr>
          <a:lstStyle/>
          <a:p>
            <a:r>
              <a:rPr sz="1200" dirty="0">
                <a:solidFill>
                  <a:srgbClr val="E2E8F0"/>
                </a:solidFill>
                <a:latin typeface="Segoe UI"/>
              </a:rPr>
              <a:t>Solves difficulty target by incrementing nonce counter</a:t>
            </a:r>
          </a:p>
        </p:txBody>
      </p:sp>
      <p:sp>
        <p:nvSpPr>
          <p:cNvPr id="26" name="Rounded Rectangle 25"/>
          <p:cNvSpPr/>
          <p:nvPr/>
        </p:nvSpPr>
        <p:spPr>
          <a:xfrm>
            <a:off x="6217920" y="342900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355080" y="3575304"/>
            <a:ext cx="2103120" cy="54864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10B981"/>
                </a:solidFill>
                <a:latin typeface="Segoe UI"/>
              </a:rPr>
              <a:t>8. Blockchain Storage</a:t>
            </a:r>
          </a:p>
        </p:txBody>
      </p:sp>
      <p:sp>
        <p:nvSpPr>
          <p:cNvPr id="28" name="TextBox 27"/>
          <p:cNvSpPr txBox="1"/>
          <p:nvPr/>
        </p:nvSpPr>
        <p:spPr>
          <a:xfrm>
            <a:off x="8549640" y="3538728"/>
            <a:ext cx="2743200" cy="461665"/>
          </a:xfrm>
          <a:prstGeom prst="rect">
            <a:avLst/>
          </a:prstGeom>
          <a:noFill/>
        </p:spPr>
        <p:txBody>
          <a:bodyPr wrap="square">
            <a:spAutoFit/>
          </a:bodyPr>
          <a:lstStyle/>
          <a:p>
            <a:r>
              <a:rPr sz="1200" dirty="0">
                <a:solidFill>
                  <a:srgbClr val="E2E8F0"/>
                </a:solidFill>
                <a:latin typeface="Segoe UI"/>
              </a:rPr>
              <a:t>Appends mined block to immutable chained array ledger</a:t>
            </a:r>
          </a:p>
        </p:txBody>
      </p:sp>
      <p:sp>
        <p:nvSpPr>
          <p:cNvPr id="29" name="Rounded Rectangle 28"/>
          <p:cNvSpPr/>
          <p:nvPr/>
        </p:nvSpPr>
        <p:spPr>
          <a:xfrm>
            <a:off x="6217920" y="4389120"/>
            <a:ext cx="5212080" cy="841248"/>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355080" y="4535424"/>
            <a:ext cx="2103120" cy="54864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9. Blockchain Explorer</a:t>
            </a:r>
          </a:p>
        </p:txBody>
      </p:sp>
      <p:sp>
        <p:nvSpPr>
          <p:cNvPr id="31" name="TextBox 30"/>
          <p:cNvSpPr txBox="1"/>
          <p:nvPr/>
        </p:nvSpPr>
        <p:spPr>
          <a:xfrm>
            <a:off x="8549640" y="4498848"/>
            <a:ext cx="2743200" cy="461665"/>
          </a:xfrm>
          <a:prstGeom prst="rect">
            <a:avLst/>
          </a:prstGeom>
          <a:noFill/>
        </p:spPr>
        <p:txBody>
          <a:bodyPr wrap="square">
            <a:spAutoFit/>
          </a:bodyPr>
          <a:lstStyle/>
          <a:p>
            <a:r>
              <a:rPr sz="1200" dirty="0">
                <a:solidFill>
                  <a:srgbClr val="E2E8F0"/>
                </a:solidFill>
                <a:latin typeface="Segoe UI"/>
              </a:rPr>
              <a:t>Public visual inspection tool auditing all blocks and hashes</a:t>
            </a:r>
          </a:p>
        </p:txBody>
      </p:sp>
      <p:sp>
        <p:nvSpPr>
          <p:cNvPr id="32" name="Rounded Rectangle 31"/>
          <p:cNvSpPr/>
          <p:nvPr/>
        </p:nvSpPr>
        <p:spPr>
          <a:xfrm>
            <a:off x="6217920" y="5349240"/>
            <a:ext cx="5212080" cy="1051560"/>
          </a:xfrm>
          <a:prstGeom prst="roundRect">
            <a:avLst/>
          </a:prstGeom>
          <a:solidFill>
            <a:srgbClr val="1A294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5440680"/>
            <a:ext cx="4754880" cy="769441"/>
          </a:xfrm>
          <a:prstGeom prst="rect">
            <a:avLst/>
          </a:prstGeom>
          <a:noFill/>
        </p:spPr>
        <p:txBody>
          <a:bodyPr wrap="square">
            <a:spAutoFit/>
          </a:bodyPr>
          <a:lstStyle/>
          <a:p>
            <a:r>
              <a:rPr sz="1100" b="1" dirty="0">
                <a:solidFill>
                  <a:srgbClr val="10B981"/>
                </a:solidFill>
                <a:latin typeface="Segoe UI"/>
              </a:rPr>
              <a:t>Key Architectural Feature: </a:t>
            </a:r>
            <a:r>
              <a:rPr sz="1100" dirty="0">
                <a:solidFill>
                  <a:srgbClr val="FFFFFF"/>
                </a:solidFill>
                <a:latin typeface="Segoe UI"/>
              </a:rPr>
              <a:t>Every component is modular and decoupled. When a user creates a shipment, it passes through the business manager, into transaction validation, through hashing and mining, directly into immutable storage, and becomes instantly visible on the explorer.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CURRICULUM ALIGNMENT</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12 Blockchain Concepts Implemented</a:t>
            </a:r>
          </a:p>
          <a:p>
            <a:r>
              <a:rPr sz="1400" dirty="0">
                <a:solidFill>
                  <a:srgbClr val="94A3B8"/>
                </a:solidFill>
                <a:latin typeface="Segoe UI"/>
              </a:rPr>
              <a:t>Comprehensive mapping of all required blockchain fundamentals verified in the codebase</a:t>
            </a:r>
          </a:p>
        </p:txBody>
      </p:sp>
      <p:sp>
        <p:nvSpPr>
          <p:cNvPr id="5" name="Rounded Rectangle 4"/>
          <p:cNvSpPr/>
          <p:nvPr/>
        </p:nvSpPr>
        <p:spPr>
          <a:xfrm>
            <a:off x="731520" y="155448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1691639"/>
            <a:ext cx="411480" cy="32004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0B981"/>
                </a:solidFill>
                <a:latin typeface="Segoe UI"/>
              </a:rPr>
              <a:t>01</a:t>
            </a:r>
          </a:p>
        </p:txBody>
      </p:sp>
      <p:sp>
        <p:nvSpPr>
          <p:cNvPr id="7" name="TextBox 6"/>
          <p:cNvSpPr txBox="1"/>
          <p:nvPr/>
        </p:nvSpPr>
        <p:spPr>
          <a:xfrm>
            <a:off x="1353312" y="1664207"/>
            <a:ext cx="1828800" cy="869469"/>
          </a:xfrm>
          <a:prstGeom prst="rect">
            <a:avLst/>
          </a:prstGeom>
          <a:noFill/>
        </p:spPr>
        <p:txBody>
          <a:bodyPr wrap="square">
            <a:spAutoFit/>
          </a:bodyPr>
          <a:lstStyle/>
          <a:p>
            <a:r>
              <a:rPr sz="1200" b="1" dirty="0">
                <a:solidFill>
                  <a:srgbClr val="FFFFFF"/>
                </a:solidFill>
                <a:latin typeface="Segoe UI"/>
              </a:rPr>
              <a:t>Hello Blockchain</a:t>
            </a:r>
          </a:p>
          <a:p>
            <a:pPr>
              <a:spcBef>
                <a:spcPts val="300"/>
              </a:spcBef>
            </a:pPr>
            <a:r>
              <a:rPr sz="1200" dirty="0">
                <a:solidFill>
                  <a:srgbClr val="E2E8F0"/>
                </a:solidFill>
                <a:latin typeface="Segoe UI"/>
              </a:rPr>
              <a:t>Genesis block initialization &amp; visual ledger UI</a:t>
            </a:r>
          </a:p>
        </p:txBody>
      </p:sp>
      <p:sp>
        <p:nvSpPr>
          <p:cNvPr id="8" name="Rounded Rectangle 7"/>
          <p:cNvSpPr/>
          <p:nvPr/>
        </p:nvSpPr>
        <p:spPr>
          <a:xfrm>
            <a:off x="3429000" y="155448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566160" y="1691639"/>
            <a:ext cx="411480" cy="32004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38BDF8"/>
                </a:solidFill>
                <a:latin typeface="Segoe UI"/>
              </a:rPr>
              <a:t>02</a:t>
            </a:r>
          </a:p>
        </p:txBody>
      </p:sp>
      <p:sp>
        <p:nvSpPr>
          <p:cNvPr id="10" name="TextBox 9"/>
          <p:cNvSpPr txBox="1"/>
          <p:nvPr/>
        </p:nvSpPr>
        <p:spPr>
          <a:xfrm>
            <a:off x="4050791" y="1664207"/>
            <a:ext cx="1828800" cy="869469"/>
          </a:xfrm>
          <a:prstGeom prst="rect">
            <a:avLst/>
          </a:prstGeom>
          <a:noFill/>
        </p:spPr>
        <p:txBody>
          <a:bodyPr wrap="square">
            <a:spAutoFit/>
          </a:bodyPr>
          <a:lstStyle/>
          <a:p>
            <a:r>
              <a:rPr sz="1200" b="1" dirty="0">
                <a:solidFill>
                  <a:srgbClr val="FFFFFF"/>
                </a:solidFill>
                <a:latin typeface="Segoe UI"/>
              </a:rPr>
              <a:t>Hash Generation</a:t>
            </a:r>
          </a:p>
          <a:p>
            <a:pPr>
              <a:spcBef>
                <a:spcPts val="300"/>
              </a:spcBef>
            </a:pPr>
            <a:r>
              <a:rPr sz="1200" dirty="0">
                <a:solidFill>
                  <a:srgbClr val="E2E8F0"/>
                </a:solidFill>
                <a:latin typeface="Segoe UI"/>
              </a:rPr>
              <a:t>SHA-256 algorithm with avalanche effect simulator</a:t>
            </a:r>
          </a:p>
        </p:txBody>
      </p:sp>
      <p:sp>
        <p:nvSpPr>
          <p:cNvPr id="11" name="Rounded Rectangle 10"/>
          <p:cNvSpPr/>
          <p:nvPr/>
        </p:nvSpPr>
        <p:spPr>
          <a:xfrm>
            <a:off x="6126480" y="155448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63640" y="1691639"/>
            <a:ext cx="411480" cy="32004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03</a:t>
            </a:r>
          </a:p>
        </p:txBody>
      </p:sp>
      <p:sp>
        <p:nvSpPr>
          <p:cNvPr id="13" name="TextBox 12"/>
          <p:cNvSpPr txBox="1"/>
          <p:nvPr/>
        </p:nvSpPr>
        <p:spPr>
          <a:xfrm>
            <a:off x="6748272" y="1664207"/>
            <a:ext cx="1828800" cy="869469"/>
          </a:xfrm>
          <a:prstGeom prst="rect">
            <a:avLst/>
          </a:prstGeom>
          <a:noFill/>
        </p:spPr>
        <p:txBody>
          <a:bodyPr wrap="square">
            <a:spAutoFit/>
          </a:bodyPr>
          <a:lstStyle/>
          <a:p>
            <a:r>
              <a:rPr sz="1200" b="1" dirty="0">
                <a:solidFill>
                  <a:srgbClr val="FFFFFF"/>
                </a:solidFill>
                <a:latin typeface="Segoe UI"/>
              </a:rPr>
              <a:t>Block Class Creation</a:t>
            </a:r>
          </a:p>
          <a:p>
            <a:pPr>
              <a:spcBef>
                <a:spcPts val="300"/>
              </a:spcBef>
            </a:pPr>
            <a:r>
              <a:rPr sz="1200" dirty="0">
                <a:solidFill>
                  <a:srgbClr val="E2E8F0"/>
                </a:solidFill>
                <a:latin typeface="Segoe UI"/>
              </a:rPr>
              <a:t>OOP Block model (index, timestamp, data, hashes, nonce</a:t>
            </a:r>
            <a:r>
              <a:rPr sz="850" dirty="0">
                <a:solidFill>
                  <a:srgbClr val="E2E8F0"/>
                </a:solidFill>
                <a:latin typeface="Segoe UI"/>
              </a:rPr>
              <a:t>)</a:t>
            </a:r>
          </a:p>
        </p:txBody>
      </p:sp>
      <p:sp>
        <p:nvSpPr>
          <p:cNvPr id="14" name="Rounded Rectangle 13"/>
          <p:cNvSpPr/>
          <p:nvPr/>
        </p:nvSpPr>
        <p:spPr>
          <a:xfrm>
            <a:off x="8823960" y="155448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961120" y="1691639"/>
            <a:ext cx="411480" cy="32004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0B981"/>
                </a:solidFill>
                <a:latin typeface="Segoe UI"/>
              </a:rPr>
              <a:t>04</a:t>
            </a:r>
          </a:p>
        </p:txBody>
      </p:sp>
      <p:sp>
        <p:nvSpPr>
          <p:cNvPr id="16" name="TextBox 15"/>
          <p:cNvSpPr txBox="1"/>
          <p:nvPr/>
        </p:nvSpPr>
        <p:spPr>
          <a:xfrm>
            <a:off x="9445752" y="1664207"/>
            <a:ext cx="1828800" cy="869469"/>
          </a:xfrm>
          <a:prstGeom prst="rect">
            <a:avLst/>
          </a:prstGeom>
          <a:noFill/>
        </p:spPr>
        <p:txBody>
          <a:bodyPr wrap="square">
            <a:spAutoFit/>
          </a:bodyPr>
          <a:lstStyle/>
          <a:p>
            <a:r>
              <a:rPr sz="1200" b="1" dirty="0">
                <a:solidFill>
                  <a:srgbClr val="FFFFFF"/>
                </a:solidFill>
                <a:latin typeface="Segoe UI"/>
              </a:rPr>
              <a:t>Create Blockchain</a:t>
            </a:r>
          </a:p>
          <a:p>
            <a:pPr>
              <a:spcBef>
                <a:spcPts val="300"/>
              </a:spcBef>
            </a:pPr>
            <a:r>
              <a:rPr sz="1200" dirty="0">
                <a:solidFill>
                  <a:srgbClr val="E2E8F0"/>
                </a:solidFill>
                <a:latin typeface="Segoe UI"/>
              </a:rPr>
              <a:t>Sequential cryptographic block linkage from Genesis</a:t>
            </a:r>
          </a:p>
        </p:txBody>
      </p:sp>
      <p:sp>
        <p:nvSpPr>
          <p:cNvPr id="17" name="Rounded Rectangle 16"/>
          <p:cNvSpPr/>
          <p:nvPr/>
        </p:nvSpPr>
        <p:spPr>
          <a:xfrm>
            <a:off x="731520" y="3063239"/>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68680" y="3200399"/>
            <a:ext cx="411480" cy="320040"/>
          </a:xfrm>
          <a:prstGeom prst="roundRect">
            <a:avLst/>
          </a:prstGeom>
          <a:solidFill>
            <a:srgbClr val="1A294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EF4444"/>
                </a:solidFill>
                <a:latin typeface="Segoe UI"/>
              </a:rPr>
              <a:t>05</a:t>
            </a:r>
          </a:p>
        </p:txBody>
      </p:sp>
      <p:sp>
        <p:nvSpPr>
          <p:cNvPr id="19" name="TextBox 18"/>
          <p:cNvSpPr txBox="1"/>
          <p:nvPr/>
        </p:nvSpPr>
        <p:spPr>
          <a:xfrm>
            <a:off x="1353312" y="3172968"/>
            <a:ext cx="1828800" cy="869469"/>
          </a:xfrm>
          <a:prstGeom prst="rect">
            <a:avLst/>
          </a:prstGeom>
          <a:noFill/>
        </p:spPr>
        <p:txBody>
          <a:bodyPr wrap="square">
            <a:spAutoFit/>
          </a:bodyPr>
          <a:lstStyle/>
          <a:p>
            <a:r>
              <a:rPr sz="1200" b="1" dirty="0">
                <a:solidFill>
                  <a:srgbClr val="FFFFFF"/>
                </a:solidFill>
                <a:latin typeface="Segoe UI"/>
              </a:rPr>
              <a:t>Validate Blockchain</a:t>
            </a:r>
          </a:p>
          <a:p>
            <a:pPr>
              <a:spcBef>
                <a:spcPts val="300"/>
              </a:spcBef>
            </a:pPr>
            <a:r>
              <a:rPr sz="1200" dirty="0">
                <a:solidFill>
                  <a:srgbClr val="E2E8F0"/>
                </a:solidFill>
                <a:latin typeface="Segoe UI"/>
              </a:rPr>
              <a:t>Cryptographic integrity audits &amp; Tamper Lab diagnostics</a:t>
            </a:r>
          </a:p>
        </p:txBody>
      </p:sp>
      <p:sp>
        <p:nvSpPr>
          <p:cNvPr id="20" name="Rounded Rectangle 19"/>
          <p:cNvSpPr/>
          <p:nvPr/>
        </p:nvSpPr>
        <p:spPr>
          <a:xfrm>
            <a:off x="3429000" y="3063239"/>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566160" y="3200399"/>
            <a:ext cx="411480" cy="32004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59E0B"/>
                </a:solidFill>
                <a:latin typeface="Segoe UI"/>
              </a:rPr>
              <a:t>06</a:t>
            </a:r>
          </a:p>
        </p:txBody>
      </p:sp>
      <p:sp>
        <p:nvSpPr>
          <p:cNvPr id="22" name="TextBox 21"/>
          <p:cNvSpPr txBox="1"/>
          <p:nvPr/>
        </p:nvSpPr>
        <p:spPr>
          <a:xfrm>
            <a:off x="4050791" y="3172968"/>
            <a:ext cx="1828800" cy="1054135"/>
          </a:xfrm>
          <a:prstGeom prst="rect">
            <a:avLst/>
          </a:prstGeom>
          <a:noFill/>
        </p:spPr>
        <p:txBody>
          <a:bodyPr wrap="square">
            <a:spAutoFit/>
          </a:bodyPr>
          <a:lstStyle/>
          <a:p>
            <a:r>
              <a:rPr sz="1200" b="1" dirty="0">
                <a:solidFill>
                  <a:srgbClr val="FFFFFF"/>
                </a:solidFill>
                <a:latin typeface="Segoe UI"/>
              </a:rPr>
              <a:t>Proof of Work (Mining)</a:t>
            </a:r>
          </a:p>
          <a:p>
            <a:pPr>
              <a:spcBef>
                <a:spcPts val="300"/>
              </a:spcBef>
            </a:pPr>
            <a:r>
              <a:rPr sz="1200" dirty="0">
                <a:solidFill>
                  <a:srgbClr val="E2E8F0"/>
                </a:solidFill>
                <a:latin typeface="Segoe UI"/>
              </a:rPr>
              <a:t>Target difficulty hashing with nonce counter &amp; rewards</a:t>
            </a:r>
          </a:p>
        </p:txBody>
      </p:sp>
      <p:sp>
        <p:nvSpPr>
          <p:cNvPr id="23" name="Rounded Rectangle 22"/>
          <p:cNvSpPr/>
          <p:nvPr/>
        </p:nvSpPr>
        <p:spPr>
          <a:xfrm>
            <a:off x="6126480" y="3063239"/>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63640" y="3200399"/>
            <a:ext cx="411480" cy="32004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38BDF8"/>
                </a:solidFill>
                <a:latin typeface="Segoe UI"/>
              </a:rPr>
              <a:t>07</a:t>
            </a:r>
          </a:p>
        </p:txBody>
      </p:sp>
      <p:sp>
        <p:nvSpPr>
          <p:cNvPr id="25" name="TextBox 24"/>
          <p:cNvSpPr txBox="1"/>
          <p:nvPr/>
        </p:nvSpPr>
        <p:spPr>
          <a:xfrm>
            <a:off x="6748272" y="3172968"/>
            <a:ext cx="1828800" cy="869469"/>
          </a:xfrm>
          <a:prstGeom prst="rect">
            <a:avLst/>
          </a:prstGeom>
          <a:noFill/>
        </p:spPr>
        <p:txBody>
          <a:bodyPr wrap="square">
            <a:spAutoFit/>
          </a:bodyPr>
          <a:lstStyle/>
          <a:p>
            <a:r>
              <a:rPr sz="1200" b="1" dirty="0">
                <a:solidFill>
                  <a:srgbClr val="FFFFFF"/>
                </a:solidFill>
                <a:latin typeface="Segoe UI"/>
              </a:rPr>
              <a:t>Simple Wallet</a:t>
            </a:r>
          </a:p>
          <a:p>
            <a:pPr>
              <a:spcBef>
                <a:spcPts val="300"/>
              </a:spcBef>
            </a:pPr>
            <a:r>
              <a:rPr sz="1200" dirty="0">
                <a:solidFill>
                  <a:srgbClr val="E2E8F0"/>
                </a:solidFill>
                <a:latin typeface="Segoe UI"/>
              </a:rPr>
              <a:t>Asymmetric demo keys (0x addresses &amp; private keys</a:t>
            </a:r>
            <a:r>
              <a:rPr sz="850" dirty="0">
                <a:solidFill>
                  <a:srgbClr val="E2E8F0"/>
                </a:solidFill>
                <a:latin typeface="Segoe UI"/>
              </a:rPr>
              <a:t>)</a:t>
            </a:r>
          </a:p>
        </p:txBody>
      </p:sp>
      <p:sp>
        <p:nvSpPr>
          <p:cNvPr id="26" name="Rounded Rectangle 25"/>
          <p:cNvSpPr/>
          <p:nvPr/>
        </p:nvSpPr>
        <p:spPr>
          <a:xfrm>
            <a:off x="8823960" y="3063239"/>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61120" y="3200399"/>
            <a:ext cx="411480" cy="32004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08</a:t>
            </a:r>
          </a:p>
        </p:txBody>
      </p:sp>
      <p:sp>
        <p:nvSpPr>
          <p:cNvPr id="28" name="TextBox 27"/>
          <p:cNvSpPr txBox="1"/>
          <p:nvPr/>
        </p:nvSpPr>
        <p:spPr>
          <a:xfrm>
            <a:off x="9445752" y="3172968"/>
            <a:ext cx="1828800" cy="869469"/>
          </a:xfrm>
          <a:prstGeom prst="rect">
            <a:avLst/>
          </a:prstGeom>
          <a:noFill/>
        </p:spPr>
        <p:txBody>
          <a:bodyPr wrap="square">
            <a:spAutoFit/>
          </a:bodyPr>
          <a:lstStyle/>
          <a:p>
            <a:r>
              <a:rPr sz="1200" b="1" dirty="0">
                <a:solidFill>
                  <a:srgbClr val="FFFFFF"/>
                </a:solidFill>
                <a:latin typeface="Segoe UI"/>
              </a:rPr>
              <a:t>Basic Transaction</a:t>
            </a:r>
          </a:p>
          <a:p>
            <a:pPr>
              <a:spcBef>
                <a:spcPts val="300"/>
              </a:spcBef>
            </a:pPr>
            <a:r>
              <a:rPr sz="1200" dirty="0">
                <a:solidFill>
                  <a:srgbClr val="E2E8F0"/>
                </a:solidFill>
                <a:latin typeface="Segoe UI"/>
              </a:rPr>
              <a:t>P2P </a:t>
            </a:r>
            <a:r>
              <a:rPr sz="1200" dirty="0" err="1">
                <a:solidFill>
                  <a:srgbClr val="E2E8F0"/>
                </a:solidFill>
                <a:latin typeface="Segoe UI"/>
              </a:rPr>
              <a:t>EcoCoin</a:t>
            </a:r>
            <a:r>
              <a:rPr sz="1200" dirty="0">
                <a:solidFill>
                  <a:srgbClr val="E2E8F0"/>
                </a:solidFill>
                <a:latin typeface="Segoe UI"/>
              </a:rPr>
              <a:t> transfers &amp; unconfirmed </a:t>
            </a:r>
            <a:r>
              <a:rPr sz="1200" dirty="0" err="1">
                <a:solidFill>
                  <a:srgbClr val="E2E8F0"/>
                </a:solidFill>
                <a:latin typeface="Segoe UI"/>
              </a:rPr>
              <a:t>mempool</a:t>
            </a:r>
            <a:r>
              <a:rPr sz="1200" dirty="0">
                <a:solidFill>
                  <a:srgbClr val="E2E8F0"/>
                </a:solidFill>
                <a:latin typeface="Segoe UI"/>
              </a:rPr>
              <a:t> queue</a:t>
            </a:r>
          </a:p>
        </p:txBody>
      </p:sp>
      <p:sp>
        <p:nvSpPr>
          <p:cNvPr id="29" name="Rounded Rectangle 28"/>
          <p:cNvSpPr/>
          <p:nvPr/>
        </p:nvSpPr>
        <p:spPr>
          <a:xfrm>
            <a:off x="731520" y="457200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68680" y="4709160"/>
            <a:ext cx="411480" cy="32004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0B981"/>
                </a:solidFill>
                <a:latin typeface="Segoe UI"/>
              </a:rPr>
              <a:t>09</a:t>
            </a:r>
          </a:p>
        </p:txBody>
      </p:sp>
      <p:sp>
        <p:nvSpPr>
          <p:cNvPr id="31" name="TextBox 30"/>
          <p:cNvSpPr txBox="1"/>
          <p:nvPr/>
        </p:nvSpPr>
        <p:spPr>
          <a:xfrm>
            <a:off x="1353312" y="4681728"/>
            <a:ext cx="1828800" cy="869469"/>
          </a:xfrm>
          <a:prstGeom prst="rect">
            <a:avLst/>
          </a:prstGeom>
          <a:noFill/>
        </p:spPr>
        <p:txBody>
          <a:bodyPr wrap="square">
            <a:spAutoFit/>
          </a:bodyPr>
          <a:lstStyle/>
          <a:p>
            <a:r>
              <a:rPr sz="1200" b="1" dirty="0">
                <a:solidFill>
                  <a:srgbClr val="FFFFFF"/>
                </a:solidFill>
                <a:latin typeface="Segoe UI"/>
              </a:rPr>
              <a:t>Transaction Validation</a:t>
            </a:r>
          </a:p>
          <a:p>
            <a:pPr>
              <a:spcBef>
                <a:spcPts val="300"/>
              </a:spcBef>
            </a:pPr>
            <a:r>
              <a:rPr sz="1200" dirty="0">
                <a:solidFill>
                  <a:srgbClr val="E2E8F0"/>
                </a:solidFill>
                <a:latin typeface="Segoe UI"/>
              </a:rPr>
              <a:t>5-rule verification (balances, positive amounts, IDs)</a:t>
            </a:r>
          </a:p>
        </p:txBody>
      </p:sp>
      <p:sp>
        <p:nvSpPr>
          <p:cNvPr id="32" name="Rounded Rectangle 31"/>
          <p:cNvSpPr/>
          <p:nvPr/>
        </p:nvSpPr>
        <p:spPr>
          <a:xfrm>
            <a:off x="3429000" y="457200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566160" y="4709160"/>
            <a:ext cx="411480" cy="32004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38BDF8"/>
                </a:solidFill>
                <a:latin typeface="Segoe UI"/>
              </a:rPr>
              <a:t>10</a:t>
            </a:r>
          </a:p>
        </p:txBody>
      </p:sp>
      <p:sp>
        <p:nvSpPr>
          <p:cNvPr id="34" name="TextBox 33"/>
          <p:cNvSpPr txBox="1"/>
          <p:nvPr/>
        </p:nvSpPr>
        <p:spPr>
          <a:xfrm>
            <a:off x="4050791" y="4681728"/>
            <a:ext cx="1828800" cy="869469"/>
          </a:xfrm>
          <a:prstGeom prst="rect">
            <a:avLst/>
          </a:prstGeom>
          <a:noFill/>
        </p:spPr>
        <p:txBody>
          <a:bodyPr wrap="square">
            <a:spAutoFit/>
          </a:bodyPr>
          <a:lstStyle/>
          <a:p>
            <a:r>
              <a:rPr sz="1200" b="1" dirty="0">
                <a:solidFill>
                  <a:srgbClr val="FFFFFF"/>
                </a:solidFill>
                <a:latin typeface="Segoe UI"/>
              </a:rPr>
              <a:t>Merkle Tree</a:t>
            </a:r>
          </a:p>
          <a:p>
            <a:pPr>
              <a:spcBef>
                <a:spcPts val="300"/>
              </a:spcBef>
            </a:pPr>
            <a:r>
              <a:rPr sz="1200" dirty="0">
                <a:solidFill>
                  <a:srgbClr val="E2E8F0"/>
                </a:solidFill>
                <a:latin typeface="Segoe UI"/>
              </a:rPr>
              <a:t>Pairwise binary transaction hashing &amp; odd-leaf handling</a:t>
            </a:r>
          </a:p>
        </p:txBody>
      </p:sp>
      <p:sp>
        <p:nvSpPr>
          <p:cNvPr id="35" name="Rounded Rectangle 34"/>
          <p:cNvSpPr/>
          <p:nvPr/>
        </p:nvSpPr>
        <p:spPr>
          <a:xfrm>
            <a:off x="6126480" y="457200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263640" y="4709160"/>
            <a:ext cx="411480" cy="32004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59E0B"/>
                </a:solidFill>
                <a:latin typeface="Segoe UI"/>
              </a:rPr>
              <a:t>11</a:t>
            </a:r>
          </a:p>
        </p:txBody>
      </p:sp>
      <p:sp>
        <p:nvSpPr>
          <p:cNvPr id="37" name="TextBox 36"/>
          <p:cNvSpPr txBox="1"/>
          <p:nvPr/>
        </p:nvSpPr>
        <p:spPr>
          <a:xfrm>
            <a:off x="6748272" y="4681728"/>
            <a:ext cx="1828800" cy="1054135"/>
          </a:xfrm>
          <a:prstGeom prst="rect">
            <a:avLst/>
          </a:prstGeom>
          <a:noFill/>
        </p:spPr>
        <p:txBody>
          <a:bodyPr wrap="square">
            <a:spAutoFit/>
          </a:bodyPr>
          <a:lstStyle/>
          <a:p>
            <a:r>
              <a:rPr sz="1200" b="1" dirty="0">
                <a:solidFill>
                  <a:srgbClr val="FFFFFF"/>
                </a:solidFill>
                <a:latin typeface="Segoe UI"/>
              </a:rPr>
              <a:t>Smart Contract Simulation</a:t>
            </a:r>
          </a:p>
          <a:p>
            <a:pPr>
              <a:spcBef>
                <a:spcPts val="300"/>
              </a:spcBef>
            </a:pPr>
            <a:r>
              <a:rPr sz="1200" dirty="0">
                <a:solidFill>
                  <a:srgbClr val="E2E8F0"/>
                </a:solidFill>
                <a:latin typeface="Segoe UI"/>
              </a:rPr>
              <a:t>Logistics state machine &amp; automated escrow disbursement</a:t>
            </a:r>
          </a:p>
        </p:txBody>
      </p:sp>
      <p:sp>
        <p:nvSpPr>
          <p:cNvPr id="38" name="Rounded Rectangle 37"/>
          <p:cNvSpPr/>
          <p:nvPr/>
        </p:nvSpPr>
        <p:spPr>
          <a:xfrm>
            <a:off x="8823960" y="4572000"/>
            <a:ext cx="256032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8961120" y="4709160"/>
            <a:ext cx="411480" cy="32004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12</a:t>
            </a:r>
          </a:p>
        </p:txBody>
      </p:sp>
      <p:sp>
        <p:nvSpPr>
          <p:cNvPr id="40" name="TextBox 39"/>
          <p:cNvSpPr txBox="1"/>
          <p:nvPr/>
        </p:nvSpPr>
        <p:spPr>
          <a:xfrm>
            <a:off x="9445752" y="4681728"/>
            <a:ext cx="1828800" cy="1054135"/>
          </a:xfrm>
          <a:prstGeom prst="rect">
            <a:avLst/>
          </a:prstGeom>
          <a:noFill/>
        </p:spPr>
        <p:txBody>
          <a:bodyPr wrap="square">
            <a:spAutoFit/>
          </a:bodyPr>
          <a:lstStyle/>
          <a:p>
            <a:r>
              <a:rPr sz="1200" b="1" dirty="0">
                <a:solidFill>
                  <a:srgbClr val="FFFFFF"/>
                </a:solidFill>
                <a:latin typeface="Segoe UI"/>
              </a:rPr>
              <a:t>Mini Blockchain Explorer</a:t>
            </a:r>
          </a:p>
          <a:p>
            <a:pPr>
              <a:spcBef>
                <a:spcPts val="300"/>
              </a:spcBef>
            </a:pPr>
            <a:r>
              <a:rPr sz="1200" dirty="0">
                <a:solidFill>
                  <a:srgbClr val="E2E8F0"/>
                </a:solidFill>
                <a:latin typeface="Segoe UI"/>
              </a:rPr>
              <a:t>Deep block/transaction search &amp; raw cryptographic auditor</a:t>
            </a:r>
          </a:p>
        </p:txBody>
      </p:sp>
      <p:sp>
        <p:nvSpPr>
          <p:cNvPr id="41" name="Rounded Rectangle 40"/>
          <p:cNvSpPr/>
          <p:nvPr/>
        </p:nvSpPr>
        <p:spPr>
          <a:xfrm>
            <a:off x="731520" y="6126480"/>
            <a:ext cx="10698480" cy="457200"/>
          </a:xfrm>
          <a:prstGeom prst="roundRect">
            <a:avLst/>
          </a:prstGeom>
          <a:solidFill>
            <a:srgbClr val="1A294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0120" y="6144768"/>
            <a:ext cx="10241280" cy="461665"/>
          </a:xfrm>
          <a:prstGeom prst="rect">
            <a:avLst/>
          </a:prstGeom>
          <a:noFill/>
        </p:spPr>
        <p:txBody>
          <a:bodyPr wrap="square">
            <a:spAutoFit/>
          </a:bodyPr>
          <a:lstStyle/>
          <a:p>
            <a:r>
              <a:rPr sz="1200" b="1" dirty="0">
                <a:solidFill>
                  <a:srgbClr val="10B981"/>
                </a:solidFill>
                <a:latin typeface="Segoe UI"/>
              </a:rPr>
              <a:t>Automated Test Suite Verified: </a:t>
            </a:r>
            <a:r>
              <a:rPr sz="1200" dirty="0">
                <a:solidFill>
                  <a:srgbClr val="FFFFFF"/>
                </a:solidFill>
                <a:latin typeface="Segoe UI"/>
              </a:rPr>
              <a:t>All 12 concepts are backed by automated tests (tests/blockchain.test.js) with 40 out of 40 unit assertions passing successfully</a:t>
            </a:r>
            <a:r>
              <a:rPr sz="950" dirty="0">
                <a:solidFill>
                  <a:srgbClr val="FFFFFF"/>
                </a:solidFill>
                <a:latin typeface="Segoe U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DATA STRUCTURES</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Block Anatomy &amp; Cryptographic Chain Linkage</a:t>
            </a:r>
          </a:p>
          <a:p>
            <a:r>
              <a:rPr sz="1400" dirty="0">
                <a:solidFill>
                  <a:srgbClr val="94A3B8"/>
                </a:solidFill>
                <a:latin typeface="Segoe UI"/>
              </a:rPr>
              <a:t>How individual blocks store data and link together through previous hashes</a:t>
            </a:r>
          </a:p>
        </p:txBody>
      </p:sp>
      <p:sp>
        <p:nvSpPr>
          <p:cNvPr id="5" name="Rounded Rectangle 4"/>
          <p:cNvSpPr/>
          <p:nvPr/>
        </p:nvSpPr>
        <p:spPr>
          <a:xfrm>
            <a:off x="731520" y="1508760"/>
            <a:ext cx="4114800" cy="49377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3657600" cy="3754874"/>
          </a:xfrm>
          <a:prstGeom prst="rect">
            <a:avLst/>
          </a:prstGeom>
          <a:noFill/>
        </p:spPr>
        <p:txBody>
          <a:bodyPr wrap="square">
            <a:spAutoFit/>
          </a:bodyPr>
          <a:lstStyle/>
          <a:p>
            <a:r>
              <a:rPr sz="1600" b="1" dirty="0">
                <a:solidFill>
                  <a:srgbClr val="38BDF8"/>
                </a:solidFill>
                <a:latin typeface="Segoe UI"/>
              </a:rPr>
              <a:t>A BLOCK CONTAINS:</a:t>
            </a:r>
          </a:p>
          <a:p>
            <a:pPr>
              <a:spcBef>
                <a:spcPts val="600"/>
              </a:spcBef>
            </a:pPr>
            <a:r>
              <a:rPr sz="1600" b="1" dirty="0">
                <a:solidFill>
                  <a:srgbClr val="10B981"/>
                </a:solidFill>
                <a:latin typeface="Segoe UI"/>
              </a:rPr>
              <a:t>• Index: </a:t>
            </a:r>
            <a:r>
              <a:rPr sz="1600" dirty="0">
                <a:solidFill>
                  <a:srgbClr val="E2E8F0"/>
                </a:solidFill>
                <a:latin typeface="Segoe UI"/>
              </a:rPr>
              <a:t>Sequential block number (0, 1, 2, 3...)</a:t>
            </a:r>
          </a:p>
          <a:p>
            <a:pPr>
              <a:spcBef>
                <a:spcPts val="600"/>
              </a:spcBef>
            </a:pPr>
            <a:r>
              <a:rPr sz="1600" b="1" dirty="0">
                <a:solidFill>
                  <a:srgbClr val="10B981"/>
                </a:solidFill>
                <a:latin typeface="Segoe UI"/>
              </a:rPr>
              <a:t>• Timestamp: </a:t>
            </a:r>
            <a:r>
              <a:rPr sz="1600" dirty="0">
                <a:solidFill>
                  <a:srgbClr val="E2E8F0"/>
                </a:solidFill>
                <a:latin typeface="Segoe UI"/>
              </a:rPr>
              <a:t>Exact date &amp; time when the block was mined</a:t>
            </a:r>
          </a:p>
          <a:p>
            <a:pPr>
              <a:spcBef>
                <a:spcPts val="600"/>
              </a:spcBef>
            </a:pPr>
            <a:r>
              <a:rPr sz="1600" b="1" dirty="0">
                <a:solidFill>
                  <a:srgbClr val="10B981"/>
                </a:solidFill>
                <a:latin typeface="Segoe UI"/>
              </a:rPr>
              <a:t>• Data: </a:t>
            </a:r>
            <a:r>
              <a:rPr sz="1600" dirty="0">
                <a:solidFill>
                  <a:srgbClr val="E2E8F0"/>
                </a:solidFill>
                <a:latin typeface="Segoe UI"/>
              </a:rPr>
              <a:t>Shipment details, cargo weight, and transactions</a:t>
            </a:r>
          </a:p>
          <a:p>
            <a:pPr>
              <a:spcBef>
                <a:spcPts val="600"/>
              </a:spcBef>
            </a:pPr>
            <a:r>
              <a:rPr sz="1600" b="1" dirty="0">
                <a:solidFill>
                  <a:srgbClr val="10B981"/>
                </a:solidFill>
                <a:latin typeface="Segoe UI"/>
              </a:rPr>
              <a:t>• Previous Hash: </a:t>
            </a:r>
            <a:r>
              <a:rPr sz="1600" dirty="0">
                <a:solidFill>
                  <a:srgbClr val="E2E8F0"/>
                </a:solidFill>
                <a:latin typeface="Segoe UI"/>
              </a:rPr>
              <a:t>64-char hash of previous block (creates the chain)</a:t>
            </a:r>
          </a:p>
          <a:p>
            <a:pPr>
              <a:spcBef>
                <a:spcPts val="600"/>
              </a:spcBef>
            </a:pPr>
            <a:r>
              <a:rPr sz="1600" b="1" dirty="0">
                <a:solidFill>
                  <a:srgbClr val="10B981"/>
                </a:solidFill>
                <a:latin typeface="Segoe UI"/>
              </a:rPr>
              <a:t>• Hash: </a:t>
            </a:r>
            <a:r>
              <a:rPr sz="1600" dirty="0">
                <a:solidFill>
                  <a:srgbClr val="E2E8F0"/>
                </a:solidFill>
                <a:latin typeface="Segoe UI"/>
              </a:rPr>
              <a:t>Unique SHA-256 cryptographic fingerprint of this block</a:t>
            </a:r>
          </a:p>
          <a:p>
            <a:pPr>
              <a:spcBef>
                <a:spcPts val="600"/>
              </a:spcBef>
            </a:pPr>
            <a:r>
              <a:rPr sz="1600" b="1" dirty="0">
                <a:solidFill>
                  <a:srgbClr val="10B981"/>
                </a:solidFill>
                <a:latin typeface="Segoe UI"/>
              </a:rPr>
              <a:t>• Nonce: </a:t>
            </a:r>
            <a:r>
              <a:rPr sz="1600" dirty="0">
                <a:solidFill>
                  <a:srgbClr val="E2E8F0"/>
                </a:solidFill>
                <a:latin typeface="Segoe UI"/>
              </a:rPr>
              <a:t>Number used once; counter solved during mining</a:t>
            </a:r>
          </a:p>
        </p:txBody>
      </p:sp>
      <p:sp>
        <p:nvSpPr>
          <p:cNvPr id="7" name="Rounded Rectangle 6"/>
          <p:cNvSpPr/>
          <p:nvPr/>
        </p:nvSpPr>
        <p:spPr>
          <a:xfrm>
            <a:off x="5120640" y="1508760"/>
            <a:ext cx="6309360" cy="49377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49240" y="1645920"/>
            <a:ext cx="4191853" cy="307777"/>
          </a:xfrm>
          <a:prstGeom prst="rect">
            <a:avLst/>
          </a:prstGeom>
          <a:noFill/>
        </p:spPr>
        <p:txBody>
          <a:bodyPr wrap="none">
            <a:spAutoFit/>
          </a:bodyPr>
          <a:lstStyle/>
          <a:p>
            <a:r>
              <a:rPr sz="1400" b="1" dirty="0">
                <a:solidFill>
                  <a:srgbClr val="10B981"/>
                </a:solidFill>
                <a:latin typeface="Segoe UI"/>
              </a:rPr>
              <a:t>HOW BLOCKS FORM AN UNBREAKABLE CHAIN</a:t>
            </a:r>
          </a:p>
        </p:txBody>
      </p:sp>
      <p:sp>
        <p:nvSpPr>
          <p:cNvPr id="9" name="Rounded Rectangle 8"/>
          <p:cNvSpPr/>
          <p:nvPr/>
        </p:nvSpPr>
        <p:spPr>
          <a:xfrm>
            <a:off x="5349240" y="2057400"/>
            <a:ext cx="5852160" cy="82296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0" y="2103120"/>
            <a:ext cx="5577840" cy="523220"/>
          </a:xfrm>
          <a:prstGeom prst="rect">
            <a:avLst/>
          </a:prstGeom>
          <a:noFill/>
        </p:spPr>
        <p:txBody>
          <a:bodyPr wrap="square">
            <a:spAutoFit/>
          </a:bodyPr>
          <a:lstStyle/>
          <a:p>
            <a:r>
              <a:rPr sz="1400" b="1" dirty="0">
                <a:solidFill>
                  <a:srgbClr val="10B981"/>
                </a:solidFill>
                <a:latin typeface="Segoe UI"/>
              </a:rPr>
              <a:t>GENESIS BLOCK #0   </a:t>
            </a:r>
            <a:r>
              <a:rPr sz="1400" dirty="0">
                <a:solidFill>
                  <a:srgbClr val="94A3B8"/>
                </a:solidFill>
                <a:latin typeface="Segoe UI"/>
              </a:rPr>
              <a:t>Nonce: 0   |   Data: Eco Chain Genesis Block</a:t>
            </a:r>
          </a:p>
          <a:p>
            <a:r>
              <a:rPr sz="1400" b="1" dirty="0">
                <a:solidFill>
                  <a:srgbClr val="94A3B8"/>
                </a:solidFill>
                <a:latin typeface="Segoe UI"/>
              </a:rPr>
              <a:t>Prev Hash: </a:t>
            </a:r>
            <a:r>
              <a:rPr sz="1400" dirty="0">
                <a:solidFill>
                  <a:srgbClr val="94A3B8"/>
                </a:solidFill>
                <a:latin typeface="Consolas"/>
              </a:rPr>
              <a:t>0   </a:t>
            </a:r>
            <a:r>
              <a:rPr sz="1400" b="1" dirty="0">
                <a:solidFill>
                  <a:srgbClr val="94A3B8"/>
                </a:solidFill>
                <a:latin typeface="Segoe UI"/>
              </a:rPr>
              <a:t>➔   Current Hash: </a:t>
            </a:r>
            <a:r>
              <a:rPr sz="1400" dirty="0">
                <a:solidFill>
                  <a:srgbClr val="10B981"/>
                </a:solidFill>
                <a:latin typeface="Consolas"/>
              </a:rPr>
              <a:t>00a4f8...b7</a:t>
            </a:r>
          </a:p>
        </p:txBody>
      </p:sp>
      <p:sp>
        <p:nvSpPr>
          <p:cNvPr id="11" name="TextBox 10"/>
          <p:cNvSpPr txBox="1"/>
          <p:nvPr/>
        </p:nvSpPr>
        <p:spPr>
          <a:xfrm>
            <a:off x="7635273" y="2834640"/>
            <a:ext cx="1280094" cy="215444"/>
          </a:xfrm>
          <a:prstGeom prst="rect">
            <a:avLst/>
          </a:prstGeom>
          <a:noFill/>
        </p:spPr>
        <p:txBody>
          <a:bodyPr wrap="none" lIns="0" tIns="0" rIns="0" bIns="0">
            <a:spAutoFit/>
          </a:bodyPr>
          <a:lstStyle/>
          <a:p>
            <a:pPr algn="ctr"/>
            <a:r>
              <a:rPr sz="1400" b="1" dirty="0">
                <a:solidFill>
                  <a:srgbClr val="10B981"/>
                </a:solidFill>
                <a:latin typeface="Segoe UI"/>
              </a:rPr>
              <a:t>↓ </a:t>
            </a:r>
            <a:r>
              <a:rPr sz="1400" b="1" dirty="0" err="1">
                <a:solidFill>
                  <a:srgbClr val="10B981"/>
                </a:solidFill>
                <a:latin typeface="Segoe UI"/>
              </a:rPr>
              <a:t>previousHash</a:t>
            </a:r>
            <a:endParaRPr sz="1400" b="1" dirty="0">
              <a:solidFill>
                <a:srgbClr val="10B981"/>
              </a:solidFill>
              <a:latin typeface="Segoe UI"/>
            </a:endParaRPr>
          </a:p>
        </p:txBody>
      </p:sp>
      <p:sp>
        <p:nvSpPr>
          <p:cNvPr id="12" name="Rounded Rectangle 11"/>
          <p:cNvSpPr/>
          <p:nvPr/>
        </p:nvSpPr>
        <p:spPr>
          <a:xfrm>
            <a:off x="5349240" y="3108960"/>
            <a:ext cx="5852160" cy="82296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0" y="3154679"/>
            <a:ext cx="5577840" cy="523220"/>
          </a:xfrm>
          <a:prstGeom prst="rect">
            <a:avLst/>
          </a:prstGeom>
          <a:noFill/>
        </p:spPr>
        <p:txBody>
          <a:bodyPr wrap="square">
            <a:spAutoFit/>
          </a:bodyPr>
          <a:lstStyle/>
          <a:p>
            <a:r>
              <a:rPr sz="1400" b="1" dirty="0">
                <a:solidFill>
                  <a:srgbClr val="38BDF8"/>
                </a:solidFill>
                <a:latin typeface="Segoe UI"/>
              </a:rPr>
              <a:t>BLOCK 1   </a:t>
            </a:r>
            <a:r>
              <a:rPr sz="1400" dirty="0">
                <a:solidFill>
                  <a:srgbClr val="94A3B8"/>
                </a:solidFill>
                <a:latin typeface="Segoe UI"/>
              </a:rPr>
              <a:t>Nonce: 165   |   Data: Shipment SHP-101: Solar Panels</a:t>
            </a:r>
          </a:p>
          <a:p>
            <a:r>
              <a:rPr sz="1400" b="1" dirty="0">
                <a:solidFill>
                  <a:srgbClr val="94A3B8"/>
                </a:solidFill>
                <a:latin typeface="Segoe UI"/>
              </a:rPr>
              <a:t>Prev Hash: </a:t>
            </a:r>
            <a:r>
              <a:rPr sz="1400" dirty="0">
                <a:solidFill>
                  <a:srgbClr val="38BDF8"/>
                </a:solidFill>
                <a:latin typeface="Consolas"/>
              </a:rPr>
              <a:t>00a4f8...b7   </a:t>
            </a:r>
            <a:r>
              <a:rPr sz="1400" b="1" dirty="0">
                <a:solidFill>
                  <a:srgbClr val="94A3B8"/>
                </a:solidFill>
                <a:latin typeface="Segoe UI"/>
              </a:rPr>
              <a:t>➔   Current Hash: </a:t>
            </a:r>
            <a:r>
              <a:rPr sz="1400" dirty="0">
                <a:solidFill>
                  <a:srgbClr val="10B981"/>
                </a:solidFill>
                <a:latin typeface="Consolas"/>
              </a:rPr>
              <a:t>008b2c...9e</a:t>
            </a:r>
          </a:p>
        </p:txBody>
      </p:sp>
      <p:sp>
        <p:nvSpPr>
          <p:cNvPr id="14" name="TextBox 13"/>
          <p:cNvSpPr txBox="1"/>
          <p:nvPr/>
        </p:nvSpPr>
        <p:spPr>
          <a:xfrm>
            <a:off x="7635273" y="3886200"/>
            <a:ext cx="1280094" cy="215444"/>
          </a:xfrm>
          <a:prstGeom prst="rect">
            <a:avLst/>
          </a:prstGeom>
          <a:noFill/>
        </p:spPr>
        <p:txBody>
          <a:bodyPr wrap="none" lIns="0" tIns="0" rIns="0" bIns="0">
            <a:spAutoFit/>
          </a:bodyPr>
          <a:lstStyle/>
          <a:p>
            <a:pPr algn="ctr"/>
            <a:r>
              <a:rPr sz="1400" b="1" dirty="0">
                <a:solidFill>
                  <a:srgbClr val="10B981"/>
                </a:solidFill>
                <a:latin typeface="Segoe UI"/>
              </a:rPr>
              <a:t>↓ </a:t>
            </a:r>
            <a:r>
              <a:rPr sz="1400" b="1" dirty="0" err="1">
                <a:solidFill>
                  <a:srgbClr val="10B981"/>
                </a:solidFill>
                <a:latin typeface="Segoe UI"/>
              </a:rPr>
              <a:t>previousHash</a:t>
            </a:r>
            <a:endParaRPr sz="1400" b="1" dirty="0">
              <a:solidFill>
                <a:srgbClr val="10B981"/>
              </a:solidFill>
              <a:latin typeface="Segoe UI"/>
            </a:endParaRPr>
          </a:p>
        </p:txBody>
      </p:sp>
      <p:sp>
        <p:nvSpPr>
          <p:cNvPr id="15" name="Rounded Rectangle 14"/>
          <p:cNvSpPr/>
          <p:nvPr/>
        </p:nvSpPr>
        <p:spPr>
          <a:xfrm>
            <a:off x="5349240" y="4160520"/>
            <a:ext cx="5852160" cy="82296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0" y="4206240"/>
            <a:ext cx="5577840" cy="523220"/>
          </a:xfrm>
          <a:prstGeom prst="rect">
            <a:avLst/>
          </a:prstGeom>
          <a:noFill/>
        </p:spPr>
        <p:txBody>
          <a:bodyPr wrap="square">
            <a:spAutoFit/>
          </a:bodyPr>
          <a:lstStyle/>
          <a:p>
            <a:r>
              <a:rPr sz="1400" b="1" dirty="0">
                <a:solidFill>
                  <a:srgbClr val="38BDF8"/>
                </a:solidFill>
                <a:latin typeface="Segoe UI"/>
              </a:rPr>
              <a:t>BLOCK 2   </a:t>
            </a:r>
            <a:r>
              <a:rPr sz="1400" dirty="0">
                <a:solidFill>
                  <a:srgbClr val="94A3B8"/>
                </a:solidFill>
                <a:latin typeface="Segoe UI"/>
              </a:rPr>
              <a:t>Nonce: 412   |   Data: Shipment SHP-102: Wind Turbines</a:t>
            </a:r>
          </a:p>
          <a:p>
            <a:r>
              <a:rPr sz="1400" b="1" dirty="0">
                <a:solidFill>
                  <a:srgbClr val="94A3B8"/>
                </a:solidFill>
                <a:latin typeface="Segoe UI"/>
              </a:rPr>
              <a:t>Prev Hash: </a:t>
            </a:r>
            <a:r>
              <a:rPr sz="1400" dirty="0">
                <a:solidFill>
                  <a:srgbClr val="38BDF8"/>
                </a:solidFill>
                <a:latin typeface="Consolas"/>
              </a:rPr>
              <a:t>008b2c...9e   </a:t>
            </a:r>
            <a:r>
              <a:rPr sz="1400" b="1" dirty="0">
                <a:solidFill>
                  <a:srgbClr val="94A3B8"/>
                </a:solidFill>
                <a:latin typeface="Segoe UI"/>
              </a:rPr>
              <a:t>➔   Current Hash: </a:t>
            </a:r>
            <a:r>
              <a:rPr sz="1400" dirty="0">
                <a:solidFill>
                  <a:srgbClr val="10B981"/>
                </a:solidFill>
                <a:latin typeface="Consolas"/>
              </a:rPr>
              <a:t>00c31d...4a</a:t>
            </a:r>
          </a:p>
        </p:txBody>
      </p:sp>
      <p:sp>
        <p:nvSpPr>
          <p:cNvPr id="17" name="TextBox 16"/>
          <p:cNvSpPr txBox="1"/>
          <p:nvPr/>
        </p:nvSpPr>
        <p:spPr>
          <a:xfrm>
            <a:off x="7635273" y="4937759"/>
            <a:ext cx="1280094" cy="215444"/>
          </a:xfrm>
          <a:prstGeom prst="rect">
            <a:avLst/>
          </a:prstGeom>
          <a:noFill/>
        </p:spPr>
        <p:txBody>
          <a:bodyPr wrap="none" lIns="0" tIns="0" rIns="0" bIns="0">
            <a:spAutoFit/>
          </a:bodyPr>
          <a:lstStyle/>
          <a:p>
            <a:pPr algn="ctr"/>
            <a:r>
              <a:rPr sz="1400" b="1" dirty="0">
                <a:solidFill>
                  <a:srgbClr val="10B981"/>
                </a:solidFill>
                <a:latin typeface="Segoe UI"/>
              </a:rPr>
              <a:t>↓ </a:t>
            </a:r>
            <a:r>
              <a:rPr sz="1400" b="1" dirty="0" err="1">
                <a:solidFill>
                  <a:srgbClr val="10B981"/>
                </a:solidFill>
                <a:latin typeface="Segoe UI"/>
              </a:rPr>
              <a:t>previousHash</a:t>
            </a:r>
            <a:endParaRPr sz="1400" b="1" dirty="0">
              <a:solidFill>
                <a:srgbClr val="10B981"/>
              </a:solidFill>
              <a:latin typeface="Segoe UI"/>
            </a:endParaRPr>
          </a:p>
        </p:txBody>
      </p:sp>
      <p:sp>
        <p:nvSpPr>
          <p:cNvPr id="18" name="Rounded Rectangle 17"/>
          <p:cNvSpPr/>
          <p:nvPr/>
        </p:nvSpPr>
        <p:spPr>
          <a:xfrm>
            <a:off x="5349240" y="5212079"/>
            <a:ext cx="5852160" cy="82296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0" y="5257799"/>
            <a:ext cx="5577840" cy="523220"/>
          </a:xfrm>
          <a:prstGeom prst="rect">
            <a:avLst/>
          </a:prstGeom>
          <a:noFill/>
        </p:spPr>
        <p:txBody>
          <a:bodyPr wrap="square">
            <a:spAutoFit/>
          </a:bodyPr>
          <a:lstStyle/>
          <a:p>
            <a:r>
              <a:rPr sz="1400" b="1" dirty="0">
                <a:solidFill>
                  <a:srgbClr val="38BDF8"/>
                </a:solidFill>
                <a:latin typeface="Segoe UI"/>
              </a:rPr>
              <a:t>BLOCK 3   </a:t>
            </a:r>
            <a:r>
              <a:rPr sz="1400" dirty="0">
                <a:solidFill>
                  <a:srgbClr val="94A3B8"/>
                </a:solidFill>
                <a:latin typeface="Segoe UI"/>
              </a:rPr>
              <a:t>Nonce: 289   |   Data: Shipment SHP-103: Battery Units</a:t>
            </a:r>
          </a:p>
          <a:p>
            <a:r>
              <a:rPr sz="1400" b="1" dirty="0">
                <a:solidFill>
                  <a:srgbClr val="94A3B8"/>
                </a:solidFill>
                <a:latin typeface="Segoe UI"/>
              </a:rPr>
              <a:t>Prev Hash: </a:t>
            </a:r>
            <a:r>
              <a:rPr sz="1400" dirty="0">
                <a:solidFill>
                  <a:srgbClr val="38BDF8"/>
                </a:solidFill>
                <a:latin typeface="Consolas"/>
              </a:rPr>
              <a:t>00c31d...4a   </a:t>
            </a:r>
            <a:r>
              <a:rPr sz="1400" b="1" dirty="0">
                <a:solidFill>
                  <a:srgbClr val="94A3B8"/>
                </a:solidFill>
                <a:latin typeface="Segoe UI"/>
              </a:rPr>
              <a:t>➔   Current Hash: </a:t>
            </a:r>
            <a:r>
              <a:rPr sz="1400" dirty="0">
                <a:solidFill>
                  <a:srgbClr val="10B981"/>
                </a:solidFill>
                <a:latin typeface="Consolas"/>
              </a:rPr>
              <a:t>009e4f...18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CRYPTOGRAPHIC SECURITY</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Hashing &amp; Blockchain Validation</a:t>
            </a:r>
          </a:p>
          <a:p>
            <a:r>
              <a:rPr sz="1400" dirty="0">
                <a:solidFill>
                  <a:srgbClr val="94A3B8"/>
                </a:solidFill>
                <a:latin typeface="Segoe UI"/>
              </a:rPr>
              <a:t>How SHA-256 hashing and link verification immediately detect data manipulation</a:t>
            </a:r>
          </a:p>
        </p:txBody>
      </p:sp>
      <p:sp>
        <p:nvSpPr>
          <p:cNvPr id="5" name="Rounded Rectangle 4"/>
          <p:cNvSpPr/>
          <p:nvPr/>
        </p:nvSpPr>
        <p:spPr>
          <a:xfrm>
            <a:off x="731520" y="1508760"/>
            <a:ext cx="10698480" cy="10515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572768"/>
            <a:ext cx="10241280" cy="738664"/>
          </a:xfrm>
          <a:prstGeom prst="rect">
            <a:avLst/>
          </a:prstGeom>
          <a:noFill/>
        </p:spPr>
        <p:txBody>
          <a:bodyPr wrap="square">
            <a:spAutoFit/>
          </a:bodyPr>
          <a:lstStyle/>
          <a:p>
            <a:r>
              <a:rPr sz="1400" b="1" dirty="0">
                <a:solidFill>
                  <a:srgbClr val="38BDF8"/>
                </a:solidFill>
                <a:latin typeface="Segoe UI"/>
              </a:rPr>
              <a:t>SHA-256 HASHING MECHANISM</a:t>
            </a:r>
          </a:p>
          <a:p>
            <a:r>
              <a:rPr sz="1400" b="1" dirty="0">
                <a:solidFill>
                  <a:srgbClr val="FFFFFF"/>
                </a:solidFill>
                <a:latin typeface="Consolas"/>
              </a:rPr>
              <a:t>Input Data  ──[ SHA-256 Cryptographic Algorithm ]──▶  Fixed 64-Character Hexadecimal Hash
</a:t>
            </a:r>
            <a:r>
              <a:rPr sz="1400" dirty="0">
                <a:solidFill>
                  <a:srgbClr val="E2E8F0"/>
                </a:solidFill>
                <a:latin typeface="Segoe UI"/>
              </a:rPr>
              <a:t>SHA-256 is deterministic and irreversible. Changing even 1 character alters over 50% of the output characters (Avalanche Effect</a:t>
            </a:r>
            <a:r>
              <a:rPr sz="950" dirty="0">
                <a:solidFill>
                  <a:srgbClr val="E2E8F0"/>
                </a:solidFill>
                <a:latin typeface="Segoe UI"/>
              </a:rPr>
              <a:t>).</a:t>
            </a:r>
          </a:p>
        </p:txBody>
      </p:sp>
      <p:sp>
        <p:nvSpPr>
          <p:cNvPr id="7" name="Rounded Rectangle 6"/>
          <p:cNvSpPr/>
          <p:nvPr/>
        </p:nvSpPr>
        <p:spPr>
          <a:xfrm>
            <a:off x="731520" y="2697480"/>
            <a:ext cx="2560320" cy="685800"/>
          </a:xfrm>
          <a:prstGeom prst="roundRect">
            <a:avLst/>
          </a:prstGeom>
          <a:solidFill>
            <a:srgbClr val="1A294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743200"/>
            <a:ext cx="2377440" cy="461665"/>
          </a:xfrm>
          <a:prstGeom prst="rect">
            <a:avLst/>
          </a:prstGeom>
          <a:noFill/>
        </p:spPr>
        <p:txBody>
          <a:bodyPr wrap="square">
            <a:spAutoFit/>
          </a:bodyPr>
          <a:lstStyle/>
          <a:p>
            <a:r>
              <a:rPr sz="1200" b="1" dirty="0">
                <a:solidFill>
                  <a:srgbClr val="EF4444"/>
                </a:solidFill>
                <a:latin typeface="Segoe UI"/>
              </a:rPr>
              <a:t>1. Data Changes
</a:t>
            </a:r>
            <a:r>
              <a:rPr sz="1200" dirty="0">
                <a:solidFill>
                  <a:srgbClr val="FFFFFF"/>
                </a:solidFill>
                <a:latin typeface="Segoe UI"/>
              </a:rPr>
              <a:t>Attacker modifies cargo amount</a:t>
            </a:r>
          </a:p>
        </p:txBody>
      </p:sp>
      <p:sp>
        <p:nvSpPr>
          <p:cNvPr id="9" name="Rounded Rectangle 8"/>
          <p:cNvSpPr/>
          <p:nvPr/>
        </p:nvSpPr>
        <p:spPr>
          <a:xfrm>
            <a:off x="3429000" y="2697480"/>
            <a:ext cx="2560320" cy="685800"/>
          </a:xfrm>
          <a:prstGeom prst="roundRect">
            <a:avLst/>
          </a:prstGeom>
          <a:solidFill>
            <a:srgbClr val="1A294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20440" y="2743200"/>
            <a:ext cx="2377440" cy="594360"/>
          </a:xfrm>
          <a:prstGeom prst="rect">
            <a:avLst/>
          </a:prstGeom>
          <a:noFill/>
        </p:spPr>
        <p:txBody>
          <a:bodyPr wrap="square">
            <a:spAutoFit/>
          </a:bodyPr>
          <a:lstStyle/>
          <a:p>
            <a:r>
              <a:rPr sz="1100" b="1" dirty="0">
                <a:solidFill>
                  <a:srgbClr val="F59E0B"/>
                </a:solidFill>
                <a:latin typeface="Segoe UI"/>
              </a:rPr>
              <a:t>2. Hash Changes
</a:t>
            </a:r>
            <a:r>
              <a:rPr sz="1100" dirty="0">
                <a:solidFill>
                  <a:srgbClr val="FFFFFF"/>
                </a:solidFill>
                <a:latin typeface="Segoe UI"/>
              </a:rPr>
              <a:t>SHA-256 digest recalculates completely</a:t>
            </a:r>
          </a:p>
        </p:txBody>
      </p:sp>
      <p:sp>
        <p:nvSpPr>
          <p:cNvPr id="11" name="Rounded Rectangle 10"/>
          <p:cNvSpPr/>
          <p:nvPr/>
        </p:nvSpPr>
        <p:spPr>
          <a:xfrm>
            <a:off x="6126480" y="2697480"/>
            <a:ext cx="2560320" cy="685800"/>
          </a:xfrm>
          <a:prstGeom prst="roundRect">
            <a:avLst/>
          </a:prstGeom>
          <a:solidFill>
            <a:srgbClr val="1A294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2743200"/>
            <a:ext cx="2377440" cy="594360"/>
          </a:xfrm>
          <a:prstGeom prst="rect">
            <a:avLst/>
          </a:prstGeom>
          <a:noFill/>
        </p:spPr>
        <p:txBody>
          <a:bodyPr wrap="square">
            <a:spAutoFit/>
          </a:bodyPr>
          <a:lstStyle/>
          <a:p>
            <a:r>
              <a:rPr sz="1100" b="1" dirty="0">
                <a:solidFill>
                  <a:srgbClr val="EF4444"/>
                </a:solidFill>
                <a:latin typeface="Segoe UI"/>
              </a:rPr>
              <a:t>3. Link Breaks
</a:t>
            </a:r>
            <a:r>
              <a:rPr sz="1100" dirty="0">
                <a:solidFill>
                  <a:srgbClr val="FFFFFF"/>
                </a:solidFill>
                <a:latin typeface="Segoe UI"/>
              </a:rPr>
              <a:t>Next block's </a:t>
            </a:r>
            <a:r>
              <a:rPr sz="1100" dirty="0" err="1">
                <a:solidFill>
                  <a:srgbClr val="FFFFFF"/>
                </a:solidFill>
                <a:latin typeface="Segoe UI"/>
              </a:rPr>
              <a:t>prevHash</a:t>
            </a:r>
            <a:r>
              <a:rPr sz="1100" dirty="0">
                <a:solidFill>
                  <a:srgbClr val="FFFFFF"/>
                </a:solidFill>
                <a:latin typeface="Segoe UI"/>
              </a:rPr>
              <a:t> fails to match</a:t>
            </a:r>
          </a:p>
        </p:txBody>
      </p:sp>
      <p:sp>
        <p:nvSpPr>
          <p:cNvPr id="13" name="Rounded Rectangle 12"/>
          <p:cNvSpPr/>
          <p:nvPr/>
        </p:nvSpPr>
        <p:spPr>
          <a:xfrm>
            <a:off x="8823960" y="2697480"/>
            <a:ext cx="2560320" cy="685800"/>
          </a:xfrm>
          <a:prstGeom prst="roundRect">
            <a:avLst/>
          </a:prstGeom>
          <a:solidFill>
            <a:srgbClr val="1A294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15400" y="2743200"/>
            <a:ext cx="2377440" cy="430887"/>
          </a:xfrm>
          <a:prstGeom prst="rect">
            <a:avLst/>
          </a:prstGeom>
          <a:noFill/>
        </p:spPr>
        <p:txBody>
          <a:bodyPr wrap="square">
            <a:spAutoFit/>
          </a:bodyPr>
          <a:lstStyle/>
          <a:p>
            <a:r>
              <a:rPr sz="1100" b="1" dirty="0">
                <a:solidFill>
                  <a:srgbClr val="EF4444"/>
                </a:solidFill>
                <a:latin typeface="Segoe UI"/>
              </a:rPr>
              <a:t>4. Invalid Chain
</a:t>
            </a:r>
            <a:r>
              <a:rPr sz="1100" dirty="0">
                <a:solidFill>
                  <a:srgbClr val="FFFFFF"/>
                </a:solidFill>
                <a:latin typeface="Segoe UI"/>
              </a:rPr>
              <a:t>Validation engine flags corruption</a:t>
            </a:r>
          </a:p>
        </p:txBody>
      </p:sp>
      <p:sp>
        <p:nvSpPr>
          <p:cNvPr id="15" name="Rounded Rectangle 14"/>
          <p:cNvSpPr/>
          <p:nvPr/>
        </p:nvSpPr>
        <p:spPr>
          <a:xfrm>
            <a:off x="731520" y="3520440"/>
            <a:ext cx="5212080" cy="2971800"/>
          </a:xfrm>
          <a:prstGeom prst="roundRect">
            <a:avLst/>
          </a:prstGeom>
          <a:solidFill>
            <a:srgbClr val="131E31"/>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3611880"/>
            <a:ext cx="4754880" cy="1538883"/>
          </a:xfrm>
          <a:prstGeom prst="rect">
            <a:avLst/>
          </a:prstGeom>
          <a:noFill/>
        </p:spPr>
        <p:txBody>
          <a:bodyPr wrap="square">
            <a:spAutoFit/>
          </a:bodyPr>
          <a:lstStyle/>
          <a:p>
            <a:r>
              <a:rPr sz="1400" b="1" dirty="0">
                <a:solidFill>
                  <a:srgbClr val="10B981"/>
                </a:solidFill>
                <a:latin typeface="Segoe UI"/>
              </a:rPr>
              <a:t>ORIGINAL BLOCK DATA (VALID ✔)</a:t>
            </a:r>
          </a:p>
          <a:p>
            <a:pPr>
              <a:spcBef>
                <a:spcPts val="300"/>
              </a:spcBef>
            </a:pPr>
            <a:r>
              <a:rPr sz="1400" b="1" dirty="0">
                <a:solidFill>
                  <a:srgbClr val="94A3B8"/>
                </a:solidFill>
                <a:latin typeface="Segoe UI"/>
              </a:rPr>
              <a:t>Block #1 Cargo Data: </a:t>
            </a:r>
            <a:r>
              <a:rPr sz="1400" dirty="0">
                <a:solidFill>
                  <a:srgbClr val="FFFFFF"/>
                </a:solidFill>
                <a:latin typeface="Consolas"/>
              </a:rPr>
              <a:t>Amount = 100 </a:t>
            </a:r>
            <a:r>
              <a:rPr sz="1400" dirty="0" err="1">
                <a:solidFill>
                  <a:srgbClr val="FFFFFF"/>
                </a:solidFill>
                <a:latin typeface="Consolas"/>
              </a:rPr>
              <a:t>EcoCoins</a:t>
            </a:r>
            <a:endParaRPr sz="1400" dirty="0">
              <a:solidFill>
                <a:srgbClr val="FFFFFF"/>
              </a:solidFill>
              <a:latin typeface="Consolas"/>
            </a:endParaRPr>
          </a:p>
          <a:p>
            <a:pPr>
              <a:spcBef>
                <a:spcPts val="300"/>
              </a:spcBef>
            </a:pPr>
            <a:r>
              <a:rPr sz="1400" b="1" dirty="0">
                <a:solidFill>
                  <a:srgbClr val="94A3B8"/>
                </a:solidFill>
                <a:latin typeface="Segoe UI"/>
              </a:rPr>
              <a:t>Block #1 Hash: </a:t>
            </a:r>
            <a:r>
              <a:rPr sz="1400" dirty="0">
                <a:solidFill>
                  <a:srgbClr val="FFFFFF"/>
                </a:solidFill>
                <a:latin typeface="Consolas"/>
              </a:rPr>
              <a:t>007a4b9ef18c23... (Valid PoW)</a:t>
            </a:r>
          </a:p>
          <a:p>
            <a:pPr>
              <a:spcBef>
                <a:spcPts val="300"/>
              </a:spcBef>
            </a:pPr>
            <a:r>
              <a:rPr sz="1400" b="1" dirty="0">
                <a:solidFill>
                  <a:srgbClr val="94A3B8"/>
                </a:solidFill>
                <a:latin typeface="Segoe UI"/>
              </a:rPr>
              <a:t>Block #2 Prev Hash: </a:t>
            </a:r>
            <a:r>
              <a:rPr sz="1400" dirty="0">
                <a:solidFill>
                  <a:srgbClr val="10B981"/>
                </a:solidFill>
                <a:latin typeface="Consolas"/>
              </a:rPr>
              <a:t>007a4b9ef18c23... (Exact Match ✔)</a:t>
            </a:r>
          </a:p>
          <a:p>
            <a:pPr>
              <a:spcBef>
                <a:spcPts val="300"/>
              </a:spcBef>
            </a:pPr>
            <a:r>
              <a:rPr sz="1400" b="1" dirty="0">
                <a:solidFill>
                  <a:srgbClr val="94A3B8"/>
                </a:solidFill>
                <a:latin typeface="Segoe UI"/>
              </a:rPr>
              <a:t>Validation Check: </a:t>
            </a:r>
            <a:r>
              <a:rPr sz="1400" dirty="0">
                <a:solidFill>
                  <a:srgbClr val="10B981"/>
                </a:solidFill>
                <a:latin typeface="Segoe UI"/>
              </a:rPr>
              <a:t>Calculated Hash === Stored Hash ✔</a:t>
            </a:r>
          </a:p>
        </p:txBody>
      </p:sp>
      <p:sp>
        <p:nvSpPr>
          <p:cNvPr id="17" name="Rounded Rectangle 16"/>
          <p:cNvSpPr/>
          <p:nvPr/>
        </p:nvSpPr>
        <p:spPr>
          <a:xfrm>
            <a:off x="960120" y="5806440"/>
            <a:ext cx="4754880" cy="50292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Result: ✔ Blockchain Valid (100% Integrity Confirmed)</a:t>
            </a:r>
          </a:p>
        </p:txBody>
      </p:sp>
      <p:sp>
        <p:nvSpPr>
          <p:cNvPr id="18" name="Rounded Rectangle 17"/>
          <p:cNvSpPr/>
          <p:nvPr/>
        </p:nvSpPr>
        <p:spPr>
          <a:xfrm>
            <a:off x="6217920" y="3520440"/>
            <a:ext cx="5212080" cy="2971800"/>
          </a:xfrm>
          <a:prstGeom prst="roundRect">
            <a:avLst/>
          </a:prstGeom>
          <a:solidFill>
            <a:srgbClr val="131E31"/>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3611880"/>
            <a:ext cx="4754880" cy="1969770"/>
          </a:xfrm>
          <a:prstGeom prst="rect">
            <a:avLst/>
          </a:prstGeom>
          <a:noFill/>
        </p:spPr>
        <p:txBody>
          <a:bodyPr wrap="square">
            <a:spAutoFit/>
          </a:bodyPr>
          <a:lstStyle/>
          <a:p>
            <a:r>
              <a:rPr sz="1400" b="1" dirty="0">
                <a:solidFill>
                  <a:srgbClr val="EF4444"/>
                </a:solidFill>
                <a:latin typeface="Segoe UI"/>
              </a:rPr>
              <a:t>TAMPERED DATA (TAMPER DETECTED ❌)</a:t>
            </a:r>
          </a:p>
          <a:p>
            <a:pPr>
              <a:spcBef>
                <a:spcPts val="300"/>
              </a:spcBef>
            </a:pPr>
            <a:r>
              <a:rPr sz="1400" b="1" dirty="0">
                <a:solidFill>
                  <a:srgbClr val="94A3B8"/>
                </a:solidFill>
                <a:latin typeface="Segoe UI"/>
              </a:rPr>
              <a:t>Tampered Cargo Data: </a:t>
            </a:r>
            <a:r>
              <a:rPr sz="1400" dirty="0">
                <a:solidFill>
                  <a:srgbClr val="EF4444"/>
                </a:solidFill>
                <a:latin typeface="Consolas"/>
              </a:rPr>
              <a:t>Amount = 1000 </a:t>
            </a:r>
            <a:r>
              <a:rPr sz="1400" dirty="0" err="1">
                <a:solidFill>
                  <a:srgbClr val="EF4444"/>
                </a:solidFill>
                <a:latin typeface="Consolas"/>
              </a:rPr>
              <a:t>EcoCoins</a:t>
            </a:r>
            <a:r>
              <a:rPr sz="1400" dirty="0">
                <a:solidFill>
                  <a:srgbClr val="EF4444"/>
                </a:solidFill>
                <a:latin typeface="Consolas"/>
              </a:rPr>
              <a:t> (Altered!)</a:t>
            </a:r>
          </a:p>
          <a:p>
            <a:pPr>
              <a:spcBef>
                <a:spcPts val="300"/>
              </a:spcBef>
            </a:pPr>
            <a:r>
              <a:rPr sz="1400" b="1" dirty="0">
                <a:solidFill>
                  <a:srgbClr val="94A3B8"/>
                </a:solidFill>
                <a:latin typeface="Segoe UI"/>
              </a:rPr>
              <a:t>Recalculated Hash: </a:t>
            </a:r>
            <a:r>
              <a:rPr sz="1400" dirty="0">
                <a:solidFill>
                  <a:srgbClr val="FFFFFF"/>
                </a:solidFill>
                <a:latin typeface="Consolas"/>
              </a:rPr>
              <a:t>d94f281ae573... (Avalanche Flip)</a:t>
            </a:r>
          </a:p>
          <a:p>
            <a:pPr>
              <a:spcBef>
                <a:spcPts val="300"/>
              </a:spcBef>
            </a:pPr>
            <a:r>
              <a:rPr sz="1400" b="1" dirty="0">
                <a:solidFill>
                  <a:srgbClr val="94A3B8"/>
                </a:solidFill>
                <a:latin typeface="Segoe UI"/>
              </a:rPr>
              <a:t>Block #2 Prev Hash: </a:t>
            </a:r>
            <a:r>
              <a:rPr sz="1400" dirty="0">
                <a:solidFill>
                  <a:srgbClr val="EF4444"/>
                </a:solidFill>
                <a:latin typeface="Consolas"/>
              </a:rPr>
              <a:t>007a4b9ef18c23... (MISMATCH! ❌)</a:t>
            </a:r>
          </a:p>
          <a:p>
            <a:pPr>
              <a:spcBef>
                <a:spcPts val="300"/>
              </a:spcBef>
            </a:pPr>
            <a:r>
              <a:rPr sz="1400" b="1" dirty="0">
                <a:solidFill>
                  <a:srgbClr val="94A3B8"/>
                </a:solidFill>
                <a:latin typeface="Segoe UI"/>
              </a:rPr>
              <a:t>Validation Check: </a:t>
            </a:r>
            <a:r>
              <a:rPr sz="1400" dirty="0">
                <a:solidFill>
                  <a:srgbClr val="EF4444"/>
                </a:solidFill>
                <a:latin typeface="Segoe UI"/>
              </a:rPr>
              <a:t>Recalculated Hash ≠ Stored Hash ❌</a:t>
            </a:r>
          </a:p>
        </p:txBody>
      </p:sp>
      <p:sp>
        <p:nvSpPr>
          <p:cNvPr id="20" name="Rounded Rectangle 19"/>
          <p:cNvSpPr/>
          <p:nvPr/>
        </p:nvSpPr>
        <p:spPr>
          <a:xfrm>
            <a:off x="6446520" y="5806440"/>
            <a:ext cx="4754880" cy="502920"/>
          </a:xfrm>
          <a:prstGeom prst="roundRect">
            <a:avLst/>
          </a:prstGeom>
          <a:solidFill>
            <a:srgbClr val="7F1D1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Result: ❌ Blockchain Invalid (Tampering Detected &amp; Blocked)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10B981"/>
                </a:solidFill>
                <a:latin typeface="Segoe UI"/>
              </a:rPr>
              <a:t>CONSENSUS MECHANISM</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Proof of Work (PoW) &amp; Mining</a:t>
            </a:r>
          </a:p>
          <a:p>
            <a:r>
              <a:rPr sz="1400" dirty="0">
                <a:solidFill>
                  <a:srgbClr val="94A3B8"/>
                </a:solidFill>
                <a:latin typeface="Segoe UI"/>
              </a:rPr>
              <a:t>How computational puzzles prevent fraudulent blocks and secure the distributed ledger</a:t>
            </a:r>
          </a:p>
        </p:txBody>
      </p:sp>
      <p:sp>
        <p:nvSpPr>
          <p:cNvPr id="5" name="Rounded Rectangle 4"/>
          <p:cNvSpPr/>
          <p:nvPr/>
        </p:nvSpPr>
        <p:spPr>
          <a:xfrm>
            <a:off x="731520" y="1508760"/>
            <a:ext cx="5212080" cy="49834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4754880" cy="3600986"/>
          </a:xfrm>
          <a:prstGeom prst="rect">
            <a:avLst/>
          </a:prstGeom>
          <a:noFill/>
        </p:spPr>
        <p:txBody>
          <a:bodyPr wrap="square">
            <a:spAutoFit/>
          </a:bodyPr>
          <a:lstStyle/>
          <a:p>
            <a:r>
              <a:rPr sz="1200" b="1" dirty="0">
                <a:solidFill>
                  <a:srgbClr val="F59E0B"/>
                </a:solidFill>
                <a:latin typeface="Segoe UI"/>
              </a:rPr>
              <a:t>HOW MINING WORKS</a:t>
            </a:r>
          </a:p>
          <a:p>
            <a:pPr>
              <a:spcBef>
                <a:spcPts val="600"/>
              </a:spcBef>
            </a:pPr>
            <a:r>
              <a:rPr sz="1200" b="1" dirty="0">
                <a:solidFill>
                  <a:srgbClr val="FFFFFF"/>
                </a:solidFill>
                <a:latin typeface="Segoe UI"/>
              </a:rPr>
              <a:t>1. Purpose of Mining:
</a:t>
            </a:r>
            <a:r>
              <a:rPr sz="1200" dirty="0">
                <a:solidFill>
                  <a:srgbClr val="E2E8F0"/>
                </a:solidFill>
                <a:latin typeface="Segoe UI"/>
              </a:rPr>
              <a:t>Mining is used to find a valid block hash that satisfies the network.</a:t>
            </a:r>
          </a:p>
          <a:p>
            <a:pPr>
              <a:spcBef>
                <a:spcPts val="600"/>
              </a:spcBef>
            </a:pPr>
            <a:r>
              <a:rPr sz="1200" b="1" dirty="0">
                <a:solidFill>
                  <a:srgbClr val="FFFFFF"/>
                </a:solidFill>
                <a:latin typeface="Segoe UI"/>
              </a:rPr>
              <a:t>2. Nonce Adjustment:
</a:t>
            </a:r>
            <a:r>
              <a:rPr sz="1200" dirty="0">
                <a:solidFill>
                  <a:srgbClr val="E2E8F0"/>
                </a:solidFill>
                <a:latin typeface="Segoe UI"/>
              </a:rPr>
              <a:t>The miner changes the nonce counter on each iteration starting at 0.</a:t>
            </a:r>
          </a:p>
          <a:p>
            <a:pPr>
              <a:spcBef>
                <a:spcPts val="600"/>
              </a:spcBef>
            </a:pPr>
            <a:r>
              <a:rPr sz="1200" b="1" dirty="0">
                <a:solidFill>
                  <a:srgbClr val="FFFFFF"/>
                </a:solidFill>
                <a:latin typeface="Segoe UI"/>
              </a:rPr>
              <a:t>3. SHA-256 Calculation:
</a:t>
            </a:r>
            <a:r>
              <a:rPr sz="1200" dirty="0">
                <a:solidFill>
                  <a:srgbClr val="E2E8F0"/>
                </a:solidFill>
                <a:latin typeface="Segoe UI"/>
              </a:rPr>
              <a:t>Block Data + Nonce ➔ Computed SHA-256 Hash.</a:t>
            </a:r>
          </a:p>
          <a:p>
            <a:pPr>
              <a:spcBef>
                <a:spcPts val="600"/>
              </a:spcBef>
            </a:pPr>
            <a:r>
              <a:rPr sz="1200" b="1" dirty="0">
                <a:solidFill>
                  <a:srgbClr val="FFFFFF"/>
                </a:solidFill>
                <a:latin typeface="Segoe UI"/>
              </a:rPr>
              <a:t>4. Check Difficulty:
</a:t>
            </a:r>
            <a:r>
              <a:rPr sz="1200" dirty="0">
                <a:solidFill>
                  <a:srgbClr val="E2E8F0"/>
                </a:solidFill>
                <a:latin typeface="Segoe UI"/>
              </a:rPr>
              <a:t>Does the hash meet the required number of leading zeros?</a:t>
            </a:r>
          </a:p>
          <a:p>
            <a:pPr>
              <a:spcBef>
                <a:spcPts val="600"/>
              </a:spcBef>
            </a:pPr>
            <a:r>
              <a:rPr sz="1200" b="1" dirty="0">
                <a:solidFill>
                  <a:srgbClr val="FFFFFF"/>
                </a:solidFill>
                <a:latin typeface="Segoe UI"/>
              </a:rPr>
              <a:t>5. Valid Hash Decision:
</a:t>
            </a:r>
            <a:r>
              <a:rPr sz="1200" dirty="0">
                <a:solidFill>
                  <a:srgbClr val="E2E8F0"/>
                </a:solidFill>
                <a:latin typeface="Segoe UI"/>
              </a:rPr>
              <a:t>If No ➔ Increment Nonce (nonce++) and repeat hashing loop.</a:t>
            </a:r>
          </a:p>
          <a:p>
            <a:pPr>
              <a:spcBef>
                <a:spcPts val="600"/>
              </a:spcBef>
            </a:pPr>
            <a:r>
              <a:rPr sz="1200" b="1" dirty="0">
                <a:solidFill>
                  <a:srgbClr val="FFFFFF"/>
                </a:solidFill>
                <a:latin typeface="Segoe UI"/>
              </a:rPr>
              <a:t>6. Yes ➔ Block Added:
</a:t>
            </a:r>
            <a:r>
              <a:rPr sz="1200" dirty="0">
                <a:solidFill>
                  <a:srgbClr val="E2E8F0"/>
                </a:solidFill>
                <a:latin typeface="Segoe UI"/>
              </a:rPr>
              <a:t>Once valid hash is found, the block is permanently added to chain.</a:t>
            </a:r>
          </a:p>
        </p:txBody>
      </p:sp>
      <p:sp>
        <p:nvSpPr>
          <p:cNvPr id="7" name="Rounded Rectangle 6"/>
          <p:cNvSpPr/>
          <p:nvPr/>
        </p:nvSpPr>
        <p:spPr>
          <a:xfrm>
            <a:off x="6217920" y="1508760"/>
            <a:ext cx="5212080" cy="228600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645920"/>
            <a:ext cx="4754880" cy="1115690"/>
          </a:xfrm>
          <a:prstGeom prst="rect">
            <a:avLst/>
          </a:prstGeom>
          <a:noFill/>
        </p:spPr>
        <p:txBody>
          <a:bodyPr wrap="square">
            <a:spAutoFit/>
          </a:bodyPr>
          <a:lstStyle/>
          <a:p>
            <a:r>
              <a:rPr sz="1400" b="1" dirty="0">
                <a:solidFill>
                  <a:srgbClr val="10B981"/>
                </a:solidFill>
                <a:latin typeface="Segoe UI"/>
              </a:rPr>
              <a:t>DIFFICULTY REQUIREMENT &amp; TARGET MASK</a:t>
            </a:r>
          </a:p>
          <a:p>
            <a:pPr>
              <a:spcBef>
                <a:spcPts val="600"/>
              </a:spcBef>
            </a:pPr>
            <a:r>
              <a:rPr sz="1400" dirty="0">
                <a:solidFill>
                  <a:srgbClr val="E2E8F0"/>
                </a:solidFill>
                <a:latin typeface="Segoe UI"/>
              </a:rPr>
              <a:t>• The hash must satisfy the difficulty requirement.
• For example, Difficulty = 4 requires 4 leading zeros:</a:t>
            </a:r>
            <a:r>
              <a:rPr sz="950" dirty="0">
                <a:solidFill>
                  <a:srgbClr val="E2E8F0"/>
                </a:solidFill>
                <a:latin typeface="Segoe UI"/>
              </a:rPr>
              <a:t>
</a:t>
            </a:r>
          </a:p>
        </p:txBody>
      </p:sp>
      <p:sp>
        <p:nvSpPr>
          <p:cNvPr id="9" name="Rounded Rectangle 8"/>
          <p:cNvSpPr/>
          <p:nvPr/>
        </p:nvSpPr>
        <p:spPr>
          <a:xfrm>
            <a:off x="6446520" y="2681592"/>
            <a:ext cx="4754880" cy="50292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59E0B"/>
                </a:solidFill>
                <a:latin typeface="Consolas"/>
              </a:rPr>
              <a:t>Required: 0000xxxxxxxxxxxxxxxxxxxxxxxx</a:t>
            </a:r>
          </a:p>
        </p:txBody>
      </p:sp>
      <p:sp>
        <p:nvSpPr>
          <p:cNvPr id="10" name="Rounded Rectangle 9"/>
          <p:cNvSpPr/>
          <p:nvPr/>
        </p:nvSpPr>
        <p:spPr>
          <a:xfrm>
            <a:off x="6217920" y="3931920"/>
            <a:ext cx="5212080" cy="2560320"/>
          </a:xfrm>
          <a:prstGeom prst="roundRect">
            <a:avLst/>
          </a:prstGeom>
          <a:solidFill>
            <a:srgbClr val="1A2942"/>
          </a:solidFill>
          <a:ln w="12700">
            <a:solidFill>
              <a:srgbClr val="7835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4069080"/>
            <a:ext cx="4754880" cy="1577355"/>
          </a:xfrm>
          <a:prstGeom prst="rect">
            <a:avLst/>
          </a:prstGeom>
          <a:noFill/>
        </p:spPr>
        <p:txBody>
          <a:bodyPr wrap="square">
            <a:spAutoFit/>
          </a:bodyPr>
          <a:lstStyle/>
          <a:p>
            <a:r>
              <a:rPr sz="1200" b="1" dirty="0">
                <a:solidFill>
                  <a:srgbClr val="F59E0B"/>
                </a:solidFill>
                <a:latin typeface="Segoe UI"/>
              </a:rPr>
              <a:t>LIVE MINING EXECUTION IN ECO CHAIN</a:t>
            </a:r>
          </a:p>
          <a:p>
            <a:pPr>
              <a:spcBef>
                <a:spcPts val="300"/>
              </a:spcBef>
            </a:pPr>
            <a:r>
              <a:rPr sz="1200" b="1" dirty="0">
                <a:solidFill>
                  <a:srgbClr val="94A3B8"/>
                </a:solidFill>
                <a:latin typeface="Segoe UI"/>
              </a:rPr>
              <a:t>Configured Difficulty: </a:t>
            </a:r>
            <a:r>
              <a:rPr sz="1200" dirty="0">
                <a:solidFill>
                  <a:srgbClr val="FFFFFF"/>
                </a:solidFill>
                <a:latin typeface="Segoe UI"/>
              </a:rPr>
              <a:t>Difficulty = 2 (Prefix: '00')</a:t>
            </a:r>
          </a:p>
          <a:p>
            <a:pPr>
              <a:spcBef>
                <a:spcPts val="300"/>
              </a:spcBef>
            </a:pPr>
            <a:r>
              <a:rPr sz="1200" b="1" dirty="0">
                <a:solidFill>
                  <a:srgbClr val="94A3B8"/>
                </a:solidFill>
                <a:latin typeface="Segoe UI"/>
              </a:rPr>
              <a:t>Winning Nonce Found: </a:t>
            </a:r>
            <a:r>
              <a:rPr sz="1200" dirty="0">
                <a:solidFill>
                  <a:srgbClr val="FFFFFF"/>
                </a:solidFill>
                <a:latin typeface="Consolas"/>
              </a:rPr>
              <a:t>Nonce = 165 iterations</a:t>
            </a:r>
          </a:p>
          <a:p>
            <a:pPr>
              <a:spcBef>
                <a:spcPts val="300"/>
              </a:spcBef>
            </a:pPr>
            <a:r>
              <a:rPr sz="1200" b="1" dirty="0">
                <a:solidFill>
                  <a:srgbClr val="94A3B8"/>
                </a:solidFill>
                <a:latin typeface="Segoe UI"/>
              </a:rPr>
              <a:t>Resulting Hash: </a:t>
            </a:r>
            <a:r>
              <a:rPr sz="1200" dirty="0">
                <a:solidFill>
                  <a:srgbClr val="FFFFFF"/>
                </a:solidFill>
                <a:latin typeface="Consolas"/>
              </a:rPr>
              <a:t>003b1a78e4f19b26c04d88e7...</a:t>
            </a:r>
          </a:p>
          <a:p>
            <a:pPr>
              <a:spcBef>
                <a:spcPts val="300"/>
              </a:spcBef>
            </a:pPr>
            <a:r>
              <a:rPr sz="1200" b="1" dirty="0">
                <a:solidFill>
                  <a:srgbClr val="94A3B8"/>
                </a:solidFill>
                <a:latin typeface="Segoe UI"/>
              </a:rPr>
              <a:t>Mining Reward: </a:t>
            </a:r>
            <a:r>
              <a:rPr sz="1200" dirty="0">
                <a:solidFill>
                  <a:srgbClr val="10B981"/>
                </a:solidFill>
                <a:latin typeface="Segoe UI"/>
              </a:rPr>
              <a:t>+50 </a:t>
            </a:r>
            <a:r>
              <a:rPr sz="1200" dirty="0" err="1">
                <a:solidFill>
                  <a:srgbClr val="10B981"/>
                </a:solidFill>
                <a:latin typeface="Segoe UI"/>
              </a:rPr>
              <a:t>EcoCoins</a:t>
            </a:r>
            <a:r>
              <a:rPr sz="1200" dirty="0">
                <a:solidFill>
                  <a:srgbClr val="10B981"/>
                </a:solidFill>
                <a:latin typeface="Segoe UI"/>
              </a:rPr>
              <a:t> awarded to miner wallet</a:t>
            </a:r>
          </a:p>
          <a:p>
            <a:pPr>
              <a:spcBef>
                <a:spcPts val="300"/>
              </a:spcBef>
            </a:pPr>
            <a:r>
              <a:rPr sz="1200" b="1" dirty="0">
                <a:solidFill>
                  <a:srgbClr val="94A3B8"/>
                </a:solidFill>
                <a:latin typeface="Segoe UI"/>
              </a:rPr>
              <a:t>Security Impact: </a:t>
            </a:r>
            <a:r>
              <a:rPr sz="1200" dirty="0">
                <a:solidFill>
                  <a:srgbClr val="FFFFFF"/>
                </a:solidFill>
                <a:latin typeface="Segoe UI"/>
              </a:rPr>
              <a:t>Attacker cannot rewrite history without re-mining every single block!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0B981"/>
                </a:solidFill>
                <a:latin typeface="Segoe UI"/>
              </a:rPr>
              <a:t>IDENTITY &amp; TRANSFER VALIDATION</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Wallet &amp; Transactions</a:t>
            </a:r>
          </a:p>
          <a:p>
            <a:r>
              <a:rPr sz="1400" dirty="0">
                <a:solidFill>
                  <a:srgbClr val="94A3B8"/>
                </a:solidFill>
                <a:latin typeface="Segoe UI"/>
              </a:rPr>
              <a:t>Wallet structure, transfer lifecycle, and strict 4-point transaction validation</a:t>
            </a:r>
          </a:p>
        </p:txBody>
      </p:sp>
      <p:sp>
        <p:nvSpPr>
          <p:cNvPr id="5" name="Rounded Rectangle 4"/>
          <p:cNvSpPr/>
          <p:nvPr/>
        </p:nvSpPr>
        <p:spPr>
          <a:xfrm>
            <a:off x="731520" y="1508760"/>
            <a:ext cx="5212080" cy="49834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4754880" cy="1323439"/>
          </a:xfrm>
          <a:prstGeom prst="rect">
            <a:avLst/>
          </a:prstGeom>
          <a:noFill/>
        </p:spPr>
        <p:txBody>
          <a:bodyPr wrap="square">
            <a:spAutoFit/>
          </a:bodyPr>
          <a:lstStyle/>
          <a:p>
            <a:r>
              <a:rPr sz="1400" b="1" dirty="0">
                <a:solidFill>
                  <a:srgbClr val="38BDF8"/>
                </a:solidFill>
                <a:latin typeface="Segoe UI"/>
              </a:rPr>
              <a:t>WALLET STRUCTURE</a:t>
            </a:r>
          </a:p>
          <a:p>
            <a:pPr>
              <a:spcBef>
                <a:spcPts val="400"/>
              </a:spcBef>
            </a:pPr>
            <a:r>
              <a:rPr sz="1400" b="1" dirty="0">
                <a:solidFill>
                  <a:srgbClr val="94A3B8"/>
                </a:solidFill>
                <a:latin typeface="Segoe UI"/>
              </a:rPr>
              <a:t>Wallet ID: </a:t>
            </a:r>
            <a:r>
              <a:rPr sz="1400" dirty="0">
                <a:solidFill>
                  <a:srgbClr val="FFFFFF"/>
                </a:solidFill>
                <a:latin typeface="Segoe UI"/>
              </a:rPr>
              <a:t>Identifies entity (e.g., 'Green Freight Logistics')</a:t>
            </a:r>
          </a:p>
          <a:p>
            <a:pPr>
              <a:spcBef>
                <a:spcPts val="400"/>
              </a:spcBef>
            </a:pPr>
            <a:r>
              <a:rPr sz="1400" b="1" dirty="0">
                <a:solidFill>
                  <a:srgbClr val="94A3B8"/>
                </a:solidFill>
                <a:latin typeface="Segoe UI"/>
              </a:rPr>
              <a:t>Wallet Address: </a:t>
            </a:r>
            <a:r>
              <a:rPr sz="1400" dirty="0">
                <a:solidFill>
                  <a:srgbClr val="FFFFFF"/>
                </a:solidFill>
                <a:latin typeface="Consolas"/>
              </a:rPr>
              <a:t>0x4F92A7... (Public address for receiving funds)</a:t>
            </a:r>
          </a:p>
          <a:p>
            <a:pPr>
              <a:spcBef>
                <a:spcPts val="400"/>
              </a:spcBef>
            </a:pPr>
            <a:r>
              <a:rPr sz="1400" b="1" dirty="0">
                <a:solidFill>
                  <a:srgbClr val="94A3B8"/>
                </a:solidFill>
                <a:latin typeface="Segoe UI"/>
              </a:rPr>
              <a:t>Balance: </a:t>
            </a:r>
            <a:r>
              <a:rPr sz="1400" dirty="0">
                <a:solidFill>
                  <a:srgbClr val="FFFFFF"/>
                </a:solidFill>
                <a:latin typeface="Segoe UI"/>
              </a:rPr>
              <a:t>Current balance in </a:t>
            </a:r>
            <a:r>
              <a:rPr sz="1400" dirty="0" err="1">
                <a:solidFill>
                  <a:srgbClr val="FFFFFF"/>
                </a:solidFill>
                <a:latin typeface="Segoe UI"/>
              </a:rPr>
              <a:t>EcoCoins</a:t>
            </a:r>
            <a:r>
              <a:rPr sz="1400" dirty="0">
                <a:solidFill>
                  <a:srgbClr val="FFFFFF"/>
                </a:solidFill>
                <a:latin typeface="Segoe UI"/>
              </a:rPr>
              <a:t> (e.g., 1,500 ECO)</a:t>
            </a:r>
          </a:p>
        </p:txBody>
      </p:sp>
      <p:sp>
        <p:nvSpPr>
          <p:cNvPr id="7" name="Rounded Rectangle 6"/>
          <p:cNvSpPr/>
          <p:nvPr/>
        </p:nvSpPr>
        <p:spPr>
          <a:xfrm>
            <a:off x="960120" y="3108960"/>
            <a:ext cx="4754880" cy="1508760"/>
          </a:xfrm>
          <a:prstGeom prst="roundRect">
            <a:avLst/>
          </a:prstGeom>
          <a:solidFill>
            <a:srgbClr val="1A294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3200400"/>
            <a:ext cx="4480560" cy="1066959"/>
          </a:xfrm>
          <a:prstGeom prst="rect">
            <a:avLst/>
          </a:prstGeom>
          <a:noFill/>
        </p:spPr>
        <p:txBody>
          <a:bodyPr wrap="square">
            <a:spAutoFit/>
          </a:bodyPr>
          <a:lstStyle/>
          <a:p>
            <a:r>
              <a:rPr sz="1200" b="1" dirty="0">
                <a:solidFill>
                  <a:srgbClr val="38BDF8"/>
                </a:solidFill>
                <a:latin typeface="Segoe UI"/>
              </a:rPr>
              <a:t>TRANSACTION STRUCTURE &amp; FLOW</a:t>
            </a:r>
          </a:p>
          <a:p>
            <a:pPr>
              <a:spcBef>
                <a:spcPts val="200"/>
              </a:spcBef>
            </a:pPr>
            <a:r>
              <a:rPr sz="1200" b="1" dirty="0">
                <a:solidFill>
                  <a:srgbClr val="FFFFFF"/>
                </a:solidFill>
                <a:latin typeface="Segoe UI"/>
              </a:rPr>
              <a:t>Sender ➔ Receiver ➔ Amount ➔ Timestamp
</a:t>
            </a:r>
          </a:p>
          <a:p>
            <a:r>
              <a:rPr sz="1200" dirty="0">
                <a:solidFill>
                  <a:srgbClr val="E2E8F0"/>
                </a:solidFill>
                <a:latin typeface="Segoe UI"/>
              </a:rPr>
              <a:t>Example: Wallet A ──[ 100 </a:t>
            </a:r>
            <a:r>
              <a:rPr sz="1200" dirty="0" err="1">
                <a:solidFill>
                  <a:srgbClr val="E2E8F0"/>
                </a:solidFill>
                <a:latin typeface="Segoe UI"/>
              </a:rPr>
              <a:t>EcoCoins</a:t>
            </a:r>
            <a:r>
              <a:rPr sz="1200" dirty="0">
                <a:solidFill>
                  <a:srgbClr val="E2E8F0"/>
                </a:solidFill>
                <a:latin typeface="Segoe UI"/>
              </a:rPr>
              <a:t> ]──▶ Wallet B
Recorded with transaction ID &amp; timestamp into </a:t>
            </a:r>
            <a:r>
              <a:rPr sz="1200" dirty="0" err="1">
                <a:solidFill>
                  <a:srgbClr val="E2E8F0"/>
                </a:solidFill>
                <a:latin typeface="Segoe UI"/>
              </a:rPr>
              <a:t>mempool</a:t>
            </a:r>
            <a:r>
              <a:rPr sz="900" dirty="0">
                <a:solidFill>
                  <a:srgbClr val="E2E8F0"/>
                </a:solidFill>
                <a:latin typeface="Segoe UI"/>
              </a:rPr>
              <a:t>.</a:t>
            </a:r>
          </a:p>
        </p:txBody>
      </p:sp>
      <p:sp>
        <p:nvSpPr>
          <p:cNvPr id="9" name="Rounded Rectangle 8"/>
          <p:cNvSpPr/>
          <p:nvPr/>
        </p:nvSpPr>
        <p:spPr>
          <a:xfrm>
            <a:off x="960120" y="4754880"/>
            <a:ext cx="4754880" cy="1508760"/>
          </a:xfrm>
          <a:prstGeom prst="roundRect">
            <a:avLst/>
          </a:prstGeom>
          <a:solidFill>
            <a:srgbClr val="0E1726"/>
          </a:solidFill>
          <a:ln w="12700">
            <a:solidFill>
              <a:srgbClr val="7835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4846320"/>
            <a:ext cx="4480560" cy="1015663"/>
          </a:xfrm>
          <a:prstGeom prst="rect">
            <a:avLst/>
          </a:prstGeom>
          <a:noFill/>
        </p:spPr>
        <p:txBody>
          <a:bodyPr wrap="square">
            <a:spAutoFit/>
          </a:bodyPr>
          <a:lstStyle/>
          <a:p>
            <a:r>
              <a:rPr sz="1200" b="1" dirty="0">
                <a:solidFill>
                  <a:srgbClr val="F59E0B"/>
                </a:solidFill>
                <a:latin typeface="Segoe UI"/>
              </a:rPr>
              <a:t>⚠️ IMPORTANT SIMULATION NOTICE:
</a:t>
            </a:r>
            <a:r>
              <a:rPr sz="1200" dirty="0" err="1">
                <a:solidFill>
                  <a:srgbClr val="FFFFFF"/>
                </a:solidFill>
                <a:latin typeface="Segoe UI"/>
              </a:rPr>
              <a:t>EcoCoins</a:t>
            </a:r>
            <a:r>
              <a:rPr sz="1200" dirty="0">
                <a:solidFill>
                  <a:srgbClr val="FFFFFF"/>
                </a:solidFill>
                <a:latin typeface="Segoe UI"/>
              </a:rPr>
              <a:t> are only demo/simulation data and are not real cryptocurrency. They have no monetary value and are used purely for educational demonstration of blockchain transactions.</a:t>
            </a:r>
          </a:p>
        </p:txBody>
      </p:sp>
      <p:sp>
        <p:nvSpPr>
          <p:cNvPr id="11" name="Rounded Rectangle 10"/>
          <p:cNvSpPr/>
          <p:nvPr/>
        </p:nvSpPr>
        <p:spPr>
          <a:xfrm>
            <a:off x="6217920" y="1508760"/>
            <a:ext cx="5212080" cy="49834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45920"/>
            <a:ext cx="4754880" cy="4183196"/>
          </a:xfrm>
          <a:prstGeom prst="rect">
            <a:avLst/>
          </a:prstGeom>
          <a:noFill/>
        </p:spPr>
        <p:txBody>
          <a:bodyPr wrap="square">
            <a:spAutoFit/>
          </a:bodyPr>
          <a:lstStyle/>
          <a:p>
            <a:r>
              <a:rPr sz="1400" b="1" dirty="0">
                <a:solidFill>
                  <a:srgbClr val="10B981"/>
                </a:solidFill>
                <a:latin typeface="Segoe UI"/>
              </a:rPr>
              <a:t>TRANSACTION VALIDATION</a:t>
            </a:r>
          </a:p>
          <a:p>
            <a:pPr>
              <a:spcBef>
                <a:spcPts val="300"/>
              </a:spcBef>
            </a:pPr>
            <a:r>
              <a:rPr sz="1400" dirty="0">
                <a:solidFill>
                  <a:srgbClr val="E2E8F0"/>
                </a:solidFill>
                <a:latin typeface="Segoe UI"/>
              </a:rPr>
              <a:t>Before any transaction can enter the </a:t>
            </a:r>
            <a:r>
              <a:rPr sz="1400" dirty="0" err="1">
                <a:solidFill>
                  <a:srgbClr val="E2E8F0"/>
                </a:solidFill>
                <a:latin typeface="Segoe UI"/>
              </a:rPr>
              <a:t>mempool</a:t>
            </a:r>
            <a:r>
              <a:rPr sz="1400" dirty="0">
                <a:solidFill>
                  <a:srgbClr val="E2E8F0"/>
                </a:solidFill>
                <a:latin typeface="Segoe UI"/>
              </a:rPr>
              <a:t> or be mined into a block, our validation engine verifies 4 strict conditions:</a:t>
            </a:r>
          </a:p>
          <a:p>
            <a:pPr>
              <a:spcBef>
                <a:spcPts val="800"/>
              </a:spcBef>
            </a:pPr>
            <a:r>
              <a:rPr sz="1400" b="1" dirty="0">
                <a:solidFill>
                  <a:srgbClr val="10B981"/>
                </a:solidFill>
                <a:latin typeface="Segoe UI"/>
              </a:rPr>
              <a:t>✔ Sender Exists
</a:t>
            </a:r>
            <a:r>
              <a:rPr sz="1400" dirty="0">
                <a:solidFill>
                  <a:srgbClr val="E2E8F0"/>
                </a:solidFill>
                <a:latin typeface="Segoe UI"/>
              </a:rPr>
              <a:t>Verifies that the sender wallet is registered in the system registry.</a:t>
            </a:r>
          </a:p>
          <a:p>
            <a:pPr>
              <a:spcBef>
                <a:spcPts val="800"/>
              </a:spcBef>
            </a:pPr>
            <a:r>
              <a:rPr sz="1400" b="1" dirty="0">
                <a:solidFill>
                  <a:srgbClr val="10B981"/>
                </a:solidFill>
                <a:latin typeface="Segoe UI"/>
              </a:rPr>
              <a:t>✔ Receiver Exists
</a:t>
            </a:r>
            <a:r>
              <a:rPr sz="1400" dirty="0">
                <a:solidFill>
                  <a:srgbClr val="E2E8F0"/>
                </a:solidFill>
                <a:latin typeface="Segoe UI"/>
              </a:rPr>
              <a:t>Verifies that the recipient wallet is registered and distinct.</a:t>
            </a:r>
          </a:p>
          <a:p>
            <a:pPr>
              <a:spcBef>
                <a:spcPts val="800"/>
              </a:spcBef>
            </a:pPr>
            <a:r>
              <a:rPr sz="1400" b="1" dirty="0">
                <a:solidFill>
                  <a:srgbClr val="38BDF8"/>
                </a:solidFill>
                <a:latin typeface="Segoe UI"/>
              </a:rPr>
              <a:t>✔ Amount is Valid
</a:t>
            </a:r>
            <a:r>
              <a:rPr sz="1400" dirty="0">
                <a:solidFill>
                  <a:srgbClr val="E2E8F0"/>
                </a:solidFill>
                <a:latin typeface="Segoe UI"/>
              </a:rPr>
              <a:t>Ensures the transfer amount is positive and greater than zero (amount &gt; 0).</a:t>
            </a:r>
          </a:p>
          <a:p>
            <a:pPr>
              <a:spcBef>
                <a:spcPts val="800"/>
              </a:spcBef>
            </a:pPr>
            <a:r>
              <a:rPr sz="1400" b="1" dirty="0">
                <a:solidFill>
                  <a:srgbClr val="38BDF8"/>
                </a:solidFill>
                <a:latin typeface="Segoe UI"/>
              </a:rPr>
              <a:t>✔ Sender has Sufficient Balance
</a:t>
            </a:r>
            <a:r>
              <a:rPr sz="1400" dirty="0">
                <a:solidFill>
                  <a:srgbClr val="E2E8F0"/>
                </a:solidFill>
                <a:latin typeface="Segoe UI"/>
              </a:rPr>
              <a:t>Confirms sender's balance is sufficient (balance &gt;= amount), preventing overdrafts.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0B981"/>
                </a:solidFill>
                <a:latin typeface="Segoe UI"/>
              </a:rPr>
              <a:t>DATA INTEGRITY &amp; AUTOMATION</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Merkle Tree &amp; Smart Contract Simulation</a:t>
            </a:r>
          </a:p>
          <a:p>
            <a:r>
              <a:rPr sz="1400" dirty="0">
                <a:solidFill>
                  <a:srgbClr val="94A3B8"/>
                </a:solidFill>
                <a:latin typeface="Segoe UI"/>
              </a:rPr>
              <a:t>Binary transaction hashing hierarchy and milestone-driven shipping escrow</a:t>
            </a:r>
          </a:p>
        </p:txBody>
      </p:sp>
      <p:sp>
        <p:nvSpPr>
          <p:cNvPr id="5" name="Rounded Rectangle 4"/>
          <p:cNvSpPr/>
          <p:nvPr/>
        </p:nvSpPr>
        <p:spPr>
          <a:xfrm>
            <a:off x="731520" y="1508760"/>
            <a:ext cx="5212080" cy="49834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4754880" cy="523220"/>
          </a:xfrm>
          <a:prstGeom prst="rect">
            <a:avLst/>
          </a:prstGeom>
          <a:noFill/>
        </p:spPr>
        <p:txBody>
          <a:bodyPr wrap="square">
            <a:spAutoFit/>
          </a:bodyPr>
          <a:lstStyle/>
          <a:p>
            <a:r>
              <a:rPr sz="1400" b="1" dirty="0">
                <a:solidFill>
                  <a:srgbClr val="38BDF8"/>
                </a:solidFill>
                <a:latin typeface="Segoe UI"/>
              </a:rPr>
              <a:t>MERKLE TREE</a:t>
            </a:r>
          </a:p>
          <a:p>
            <a:r>
              <a:rPr sz="1400" dirty="0">
                <a:solidFill>
                  <a:srgbClr val="E2E8F0"/>
                </a:solidFill>
                <a:latin typeface="Segoe UI"/>
              </a:rPr>
              <a:t>Merkle Root represents all transactions inside a block.</a:t>
            </a:r>
          </a:p>
        </p:txBody>
      </p:sp>
      <p:sp>
        <p:nvSpPr>
          <p:cNvPr id="7" name="Rounded Rectangle 6"/>
          <p:cNvSpPr/>
          <p:nvPr/>
        </p:nvSpPr>
        <p:spPr>
          <a:xfrm>
            <a:off x="2011680" y="2377440"/>
            <a:ext cx="2651760" cy="438912"/>
          </a:xfrm>
          <a:prstGeom prst="roundRect">
            <a:avLst/>
          </a:prstGeom>
          <a:solidFill>
            <a:srgbClr val="1A294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MERKLE ROOT</a:t>
            </a:r>
          </a:p>
        </p:txBody>
      </p:sp>
      <p:sp>
        <p:nvSpPr>
          <p:cNvPr id="8" name="TextBox 7"/>
          <p:cNvSpPr txBox="1"/>
          <p:nvPr/>
        </p:nvSpPr>
        <p:spPr>
          <a:xfrm>
            <a:off x="1920240" y="2834640"/>
            <a:ext cx="914400" cy="320040"/>
          </a:xfrm>
          <a:prstGeom prst="rect">
            <a:avLst/>
          </a:prstGeom>
          <a:noFill/>
        </p:spPr>
        <p:txBody>
          <a:bodyPr wrap="none" lIns="0" tIns="0" rIns="0" bIns="0">
            <a:spAutoFit/>
          </a:bodyPr>
          <a:lstStyle/>
          <a:p>
            <a:pPr algn="ctr"/>
            <a:r>
              <a:rPr sz="900">
                <a:solidFill>
                  <a:srgbClr val="94A3B8"/>
                </a:solidFill>
                <a:latin typeface="Consolas"/>
              </a:rPr>
              <a:t>▲
│</a:t>
            </a:r>
          </a:p>
        </p:txBody>
      </p:sp>
      <p:sp>
        <p:nvSpPr>
          <p:cNvPr id="9" name="TextBox 8"/>
          <p:cNvSpPr txBox="1"/>
          <p:nvPr/>
        </p:nvSpPr>
        <p:spPr>
          <a:xfrm>
            <a:off x="3840480" y="2834640"/>
            <a:ext cx="914400" cy="320040"/>
          </a:xfrm>
          <a:prstGeom prst="rect">
            <a:avLst/>
          </a:prstGeom>
          <a:noFill/>
        </p:spPr>
        <p:txBody>
          <a:bodyPr wrap="none" lIns="0" tIns="0" rIns="0" bIns="0">
            <a:spAutoFit/>
          </a:bodyPr>
          <a:lstStyle/>
          <a:p>
            <a:pPr algn="ctr"/>
            <a:r>
              <a:rPr sz="900">
                <a:solidFill>
                  <a:srgbClr val="94A3B8"/>
                </a:solidFill>
                <a:latin typeface="Consolas"/>
              </a:rPr>
              <a:t>▲
│</a:t>
            </a:r>
          </a:p>
        </p:txBody>
      </p:sp>
      <p:sp>
        <p:nvSpPr>
          <p:cNvPr id="10" name="Rounded Rectangle 9"/>
          <p:cNvSpPr/>
          <p:nvPr/>
        </p:nvSpPr>
        <p:spPr>
          <a:xfrm>
            <a:off x="1097280" y="3200400"/>
            <a:ext cx="2011680" cy="41148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Hash 12</a:t>
            </a:r>
          </a:p>
        </p:txBody>
      </p:sp>
      <p:sp>
        <p:nvSpPr>
          <p:cNvPr id="11" name="Rounded Rectangle 10"/>
          <p:cNvSpPr/>
          <p:nvPr/>
        </p:nvSpPr>
        <p:spPr>
          <a:xfrm>
            <a:off x="3566160" y="3200400"/>
            <a:ext cx="2011680" cy="41148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Segoe UI"/>
              </a:rPr>
              <a:t>Hash 34</a:t>
            </a:r>
          </a:p>
        </p:txBody>
      </p:sp>
      <p:sp>
        <p:nvSpPr>
          <p:cNvPr id="12" name="Rounded Rectangle 11"/>
          <p:cNvSpPr/>
          <p:nvPr/>
        </p:nvSpPr>
        <p:spPr>
          <a:xfrm>
            <a:off x="960120" y="3977639"/>
            <a:ext cx="1005840" cy="384048"/>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10B981"/>
                </a:solidFill>
                <a:latin typeface="Segoe UI"/>
              </a:rPr>
              <a:t>Tx 1</a:t>
            </a:r>
          </a:p>
        </p:txBody>
      </p:sp>
      <p:sp>
        <p:nvSpPr>
          <p:cNvPr id="13" name="Rounded Rectangle 12"/>
          <p:cNvSpPr/>
          <p:nvPr/>
        </p:nvSpPr>
        <p:spPr>
          <a:xfrm>
            <a:off x="2057400" y="3977639"/>
            <a:ext cx="1005840" cy="384048"/>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10B981"/>
                </a:solidFill>
                <a:latin typeface="Segoe UI"/>
              </a:rPr>
              <a:t>Tx 2</a:t>
            </a:r>
          </a:p>
        </p:txBody>
      </p:sp>
      <p:sp>
        <p:nvSpPr>
          <p:cNvPr id="14" name="Rounded Rectangle 13"/>
          <p:cNvSpPr/>
          <p:nvPr/>
        </p:nvSpPr>
        <p:spPr>
          <a:xfrm>
            <a:off x="3429000" y="3977639"/>
            <a:ext cx="1005840" cy="384048"/>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10B981"/>
                </a:solidFill>
                <a:latin typeface="Segoe UI"/>
              </a:rPr>
              <a:t>Tx 3</a:t>
            </a:r>
          </a:p>
        </p:txBody>
      </p:sp>
      <p:sp>
        <p:nvSpPr>
          <p:cNvPr id="15" name="Rounded Rectangle 14"/>
          <p:cNvSpPr/>
          <p:nvPr/>
        </p:nvSpPr>
        <p:spPr>
          <a:xfrm>
            <a:off x="4526280" y="3977639"/>
            <a:ext cx="1005840" cy="384048"/>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10B981"/>
                </a:solidFill>
                <a:latin typeface="Segoe UI"/>
              </a:rPr>
              <a:t>Tx 4</a:t>
            </a:r>
          </a:p>
        </p:txBody>
      </p:sp>
      <p:sp>
        <p:nvSpPr>
          <p:cNvPr id="16" name="Rounded Rectangle 15"/>
          <p:cNvSpPr/>
          <p:nvPr/>
        </p:nvSpPr>
        <p:spPr>
          <a:xfrm>
            <a:off x="960120" y="4709160"/>
            <a:ext cx="4754880" cy="1554480"/>
          </a:xfrm>
          <a:prstGeom prst="roundRect">
            <a:avLst/>
          </a:prstGeom>
          <a:solidFill>
            <a:srgbClr val="1A2942"/>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4800600"/>
            <a:ext cx="4480560" cy="1015663"/>
          </a:xfrm>
          <a:prstGeom prst="rect">
            <a:avLst/>
          </a:prstGeom>
          <a:noFill/>
        </p:spPr>
        <p:txBody>
          <a:bodyPr wrap="square">
            <a:spAutoFit/>
          </a:bodyPr>
          <a:lstStyle/>
          <a:p>
            <a:r>
              <a:rPr sz="1200" b="1" dirty="0">
                <a:solidFill>
                  <a:srgbClr val="38BDF8"/>
                </a:solidFill>
                <a:latin typeface="Segoe UI"/>
              </a:rPr>
              <a:t>How Merkle Tree Works:
</a:t>
            </a:r>
            <a:r>
              <a:rPr sz="1200" dirty="0">
                <a:solidFill>
                  <a:srgbClr val="FFFFFF"/>
                </a:solidFill>
                <a:latin typeface="Segoe UI"/>
              </a:rPr>
              <a:t>• Tx 1 &amp; Tx 2 are hashed together into Hash 12.
• Tx 3 &amp; Tx 4 are hashed together into Hash 34.
• Hash 12 &amp; Hash 34 combine into the Merkle Root.
• If odd transactions exist (e.g. 3), last leaf is duplicated</a:t>
            </a:r>
            <a:r>
              <a:rPr sz="850" dirty="0">
                <a:solidFill>
                  <a:srgbClr val="FFFFFF"/>
                </a:solidFill>
                <a:latin typeface="Segoe UI"/>
              </a:rPr>
              <a:t>.</a:t>
            </a:r>
          </a:p>
        </p:txBody>
      </p:sp>
      <p:sp>
        <p:nvSpPr>
          <p:cNvPr id="18" name="Rounded Rectangle 17"/>
          <p:cNvSpPr/>
          <p:nvPr/>
        </p:nvSpPr>
        <p:spPr>
          <a:xfrm>
            <a:off x="6217920" y="1508760"/>
            <a:ext cx="5212080" cy="49834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1645920"/>
            <a:ext cx="4754880" cy="738664"/>
          </a:xfrm>
          <a:prstGeom prst="rect">
            <a:avLst/>
          </a:prstGeom>
          <a:noFill/>
        </p:spPr>
        <p:txBody>
          <a:bodyPr wrap="square">
            <a:spAutoFit/>
          </a:bodyPr>
          <a:lstStyle/>
          <a:p>
            <a:r>
              <a:rPr sz="1400" b="1" dirty="0">
                <a:solidFill>
                  <a:srgbClr val="10B981"/>
                </a:solidFill>
                <a:latin typeface="Segoe UI"/>
              </a:rPr>
              <a:t>SMART CONTRACT SIMULATION</a:t>
            </a:r>
          </a:p>
          <a:p>
            <a:r>
              <a:rPr sz="1400" dirty="0">
                <a:solidFill>
                  <a:srgbClr val="E2E8F0"/>
                </a:solidFill>
                <a:latin typeface="Segoe UI"/>
              </a:rPr>
              <a:t>Our project simulates shipping rules using a smart contract</a:t>
            </a:r>
            <a:r>
              <a:rPr sz="1000" dirty="0">
                <a:solidFill>
                  <a:srgbClr val="E2E8F0"/>
                </a:solidFill>
                <a:latin typeface="Segoe UI"/>
              </a:rPr>
              <a:t>.</a:t>
            </a:r>
          </a:p>
        </p:txBody>
      </p:sp>
      <p:sp>
        <p:nvSpPr>
          <p:cNvPr id="20" name="Rounded Rectangle 19"/>
          <p:cNvSpPr/>
          <p:nvPr/>
        </p:nvSpPr>
        <p:spPr>
          <a:xfrm>
            <a:off x="6446520" y="2423160"/>
            <a:ext cx="4754880" cy="502920"/>
          </a:xfrm>
          <a:prstGeom prst="roundRect">
            <a:avLst/>
          </a:prstGeom>
          <a:solidFill>
            <a:srgbClr val="1A2942"/>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FFFFFF"/>
                </a:solidFill>
                <a:latin typeface="Segoe UI"/>
              </a:rPr>
              <a:t>1. Pending  ➔  </a:t>
            </a:r>
            <a:r>
              <a:rPr sz="1200" dirty="0">
                <a:solidFill>
                  <a:srgbClr val="FFFFFF"/>
                </a:solidFill>
                <a:latin typeface="Segoe UI"/>
              </a:rPr>
              <a:t>Escrow funds locked from shipper; waiting for cargo pickup</a:t>
            </a:r>
          </a:p>
        </p:txBody>
      </p:sp>
      <p:sp>
        <p:nvSpPr>
          <p:cNvPr id="21" name="Rounded Rectangle 20"/>
          <p:cNvSpPr/>
          <p:nvPr/>
        </p:nvSpPr>
        <p:spPr>
          <a:xfrm>
            <a:off x="6446520" y="3044952"/>
            <a:ext cx="4754880" cy="502920"/>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38BDF8"/>
                </a:solidFill>
                <a:latin typeface="Segoe UI"/>
              </a:rPr>
              <a:t>2. Picked Up  ➔  </a:t>
            </a:r>
            <a:r>
              <a:rPr sz="1200" dirty="0">
                <a:solidFill>
                  <a:srgbClr val="FFFFFF"/>
                </a:solidFill>
                <a:latin typeface="Segoe UI"/>
              </a:rPr>
              <a:t>Carrier collects freight at loading port; custody verified</a:t>
            </a:r>
          </a:p>
        </p:txBody>
      </p:sp>
      <p:sp>
        <p:nvSpPr>
          <p:cNvPr id="22" name="Rounded Rectangle 21"/>
          <p:cNvSpPr/>
          <p:nvPr/>
        </p:nvSpPr>
        <p:spPr>
          <a:xfrm>
            <a:off x="6446520" y="3666744"/>
            <a:ext cx="4754880" cy="502920"/>
          </a:xfrm>
          <a:prstGeom prst="roundRect">
            <a:avLst/>
          </a:prstGeom>
          <a:solidFill>
            <a:srgbClr val="1A2942"/>
          </a:solidFill>
          <a:ln>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F59E0B"/>
                </a:solidFill>
                <a:latin typeface="Segoe UI"/>
              </a:rPr>
              <a:t>3. In Transit  ➔  </a:t>
            </a:r>
            <a:r>
              <a:rPr sz="1200" dirty="0">
                <a:solidFill>
                  <a:srgbClr val="FFFFFF"/>
                </a:solidFill>
                <a:latin typeface="Segoe UI"/>
              </a:rPr>
              <a:t>Cargo </a:t>
            </a:r>
            <a:r>
              <a:rPr sz="1200" dirty="0" err="1">
                <a:solidFill>
                  <a:srgbClr val="FFFFFF"/>
                </a:solidFill>
                <a:latin typeface="Segoe UI"/>
              </a:rPr>
              <a:t>en</a:t>
            </a:r>
            <a:r>
              <a:rPr sz="1200" dirty="0">
                <a:solidFill>
                  <a:srgbClr val="FFFFFF"/>
                </a:solidFill>
                <a:latin typeface="Segoe UI"/>
              </a:rPr>
              <a:t> route on maritime vessel; telemetry monitored</a:t>
            </a:r>
          </a:p>
        </p:txBody>
      </p:sp>
      <p:sp>
        <p:nvSpPr>
          <p:cNvPr id="23" name="Rounded Rectangle 22"/>
          <p:cNvSpPr/>
          <p:nvPr/>
        </p:nvSpPr>
        <p:spPr>
          <a:xfrm>
            <a:off x="6446520" y="4288536"/>
            <a:ext cx="4754880" cy="50292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0B981"/>
                </a:solidFill>
                <a:latin typeface="Segoe UI"/>
              </a:rPr>
              <a:t>4. Delivered  ➔  </a:t>
            </a:r>
            <a:r>
              <a:rPr sz="1200" dirty="0">
                <a:solidFill>
                  <a:srgbClr val="FFFFFF"/>
                </a:solidFill>
                <a:latin typeface="Segoe UI"/>
              </a:rPr>
              <a:t>Consignee confirms delivery receipt at destination port</a:t>
            </a:r>
          </a:p>
        </p:txBody>
      </p:sp>
      <p:sp>
        <p:nvSpPr>
          <p:cNvPr id="24" name="Rounded Rectangle 23"/>
          <p:cNvSpPr/>
          <p:nvPr/>
        </p:nvSpPr>
        <p:spPr>
          <a:xfrm>
            <a:off x="6446520" y="4910328"/>
            <a:ext cx="4754880" cy="502920"/>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0B981"/>
                </a:solidFill>
                <a:latin typeface="Segoe UI"/>
              </a:rPr>
              <a:t>5. Contract Completed  ➔  </a:t>
            </a:r>
            <a:r>
              <a:rPr sz="1200" dirty="0">
                <a:solidFill>
                  <a:srgbClr val="FFFFFF"/>
                </a:solidFill>
                <a:latin typeface="Segoe UI"/>
              </a:rPr>
              <a:t>Freight payment +25 ECO bonus released automatically</a:t>
            </a:r>
            <a:r>
              <a:rPr sz="850" dirty="0">
                <a:solidFill>
                  <a:srgbClr val="FFFFFF"/>
                </a:solidFill>
                <a:latin typeface="Segoe UI"/>
              </a:rPr>
              <a:t>!</a:t>
            </a:r>
          </a:p>
        </p:txBody>
      </p:sp>
      <p:sp>
        <p:nvSpPr>
          <p:cNvPr id="25" name="Rounded Rectangle 24"/>
          <p:cNvSpPr/>
          <p:nvPr/>
        </p:nvSpPr>
        <p:spPr>
          <a:xfrm>
            <a:off x="6446520" y="5669280"/>
            <a:ext cx="4754880" cy="594360"/>
          </a:xfrm>
          <a:prstGeom prst="roundRect">
            <a:avLst/>
          </a:prstGeom>
          <a:solidFill>
            <a:srgbClr val="0E1726"/>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61" y="5687568"/>
            <a:ext cx="4556760" cy="461665"/>
          </a:xfrm>
          <a:prstGeom prst="rect">
            <a:avLst/>
          </a:prstGeom>
          <a:noFill/>
        </p:spPr>
        <p:txBody>
          <a:bodyPr wrap="square">
            <a:spAutoFit/>
          </a:bodyPr>
          <a:lstStyle/>
          <a:p>
            <a:r>
              <a:rPr sz="1200" b="1" dirty="0">
                <a:solidFill>
                  <a:srgbClr val="10B981"/>
                </a:solidFill>
                <a:latin typeface="Segoe UI"/>
              </a:rPr>
              <a:t>Rule Enforcement: </a:t>
            </a:r>
            <a:r>
              <a:rPr sz="1200" dirty="0">
                <a:solidFill>
                  <a:srgbClr val="FFFFFF"/>
                </a:solidFill>
                <a:latin typeface="Segoe UI"/>
              </a:rPr>
              <a:t>Skips (e.g., Pending ➔ Delivered) are automatically rejected by contract logic</a:t>
            </a:r>
            <a:r>
              <a:rPr sz="900" dirty="0">
                <a:solidFill>
                  <a:srgbClr val="FFFFFF"/>
                </a:solidFill>
                <a:latin typeface="Segoe U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10B981"/>
                </a:solidFill>
                <a:latin typeface="Segoe UI"/>
              </a:rPr>
              <a:t>LIFECYCLE &amp; AUDITABILITY</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Eco Chain Shipping Workflow &amp; Blockchain Explorer</a:t>
            </a:r>
          </a:p>
          <a:p>
            <a:r>
              <a:rPr sz="1400" dirty="0">
                <a:solidFill>
                  <a:srgbClr val="94A3B8"/>
                </a:solidFill>
                <a:latin typeface="Segoe UI"/>
              </a:rPr>
              <a:t>End-to-end operational workflow and visual block explorer inspection</a:t>
            </a:r>
          </a:p>
        </p:txBody>
      </p:sp>
      <p:sp>
        <p:nvSpPr>
          <p:cNvPr id="5" name="Rounded Rectangle 4"/>
          <p:cNvSpPr/>
          <p:nvPr/>
        </p:nvSpPr>
        <p:spPr>
          <a:xfrm>
            <a:off x="731520" y="1508760"/>
            <a:ext cx="10698480" cy="132588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00200"/>
            <a:ext cx="10241280" cy="307777"/>
          </a:xfrm>
          <a:prstGeom prst="rect">
            <a:avLst/>
          </a:prstGeom>
          <a:noFill/>
        </p:spPr>
        <p:txBody>
          <a:bodyPr wrap="square">
            <a:spAutoFit/>
          </a:bodyPr>
          <a:lstStyle/>
          <a:p>
            <a:r>
              <a:rPr sz="1400" b="1" dirty="0">
                <a:solidFill>
                  <a:srgbClr val="10B981"/>
                </a:solidFill>
                <a:latin typeface="Segoe UI"/>
              </a:rPr>
              <a:t>ECO CHAIN SHIPPING COMPLETE WORKFLOW</a:t>
            </a:r>
          </a:p>
        </p:txBody>
      </p:sp>
      <p:sp>
        <p:nvSpPr>
          <p:cNvPr id="7" name="Rounded Rectangle 6"/>
          <p:cNvSpPr/>
          <p:nvPr/>
        </p:nvSpPr>
        <p:spPr>
          <a:xfrm>
            <a:off x="960120" y="2057400"/>
            <a:ext cx="1051560" cy="438912"/>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1. Create Shipment</a:t>
            </a:r>
          </a:p>
        </p:txBody>
      </p:sp>
      <p:sp>
        <p:nvSpPr>
          <p:cNvPr id="8" name="Rounded Rectangle 7"/>
          <p:cNvSpPr/>
          <p:nvPr/>
        </p:nvSpPr>
        <p:spPr>
          <a:xfrm>
            <a:off x="2103120" y="2057400"/>
            <a:ext cx="1051560" cy="438912"/>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2. Create Transaction</a:t>
            </a:r>
          </a:p>
        </p:txBody>
      </p:sp>
      <p:sp>
        <p:nvSpPr>
          <p:cNvPr id="9" name="Rounded Rectangle 8"/>
          <p:cNvSpPr/>
          <p:nvPr/>
        </p:nvSpPr>
        <p:spPr>
          <a:xfrm>
            <a:off x="3246120" y="2057400"/>
            <a:ext cx="1051560" cy="438912"/>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3. Validate Transaction</a:t>
            </a:r>
          </a:p>
        </p:txBody>
      </p:sp>
      <p:sp>
        <p:nvSpPr>
          <p:cNvPr id="10" name="Rounded Rectangle 9"/>
          <p:cNvSpPr/>
          <p:nvPr/>
        </p:nvSpPr>
        <p:spPr>
          <a:xfrm>
            <a:off x="4389120" y="2057400"/>
            <a:ext cx="1051560" cy="438912"/>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4. Generate Merkle Root</a:t>
            </a:r>
          </a:p>
        </p:txBody>
      </p:sp>
      <p:sp>
        <p:nvSpPr>
          <p:cNvPr id="11" name="Rounded Rectangle 10"/>
          <p:cNvSpPr/>
          <p:nvPr/>
        </p:nvSpPr>
        <p:spPr>
          <a:xfrm>
            <a:off x="5532120" y="2057400"/>
            <a:ext cx="1051560" cy="438912"/>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5. Mine Block</a:t>
            </a:r>
          </a:p>
        </p:txBody>
      </p:sp>
      <p:sp>
        <p:nvSpPr>
          <p:cNvPr id="12" name="Rounded Rectangle 11"/>
          <p:cNvSpPr/>
          <p:nvPr/>
        </p:nvSpPr>
        <p:spPr>
          <a:xfrm>
            <a:off x="6675120" y="2057400"/>
            <a:ext cx="1051560" cy="438912"/>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6. Add Block to Chain</a:t>
            </a:r>
          </a:p>
        </p:txBody>
      </p:sp>
      <p:sp>
        <p:nvSpPr>
          <p:cNvPr id="13" name="Rounded Rectangle 12"/>
          <p:cNvSpPr/>
          <p:nvPr/>
        </p:nvSpPr>
        <p:spPr>
          <a:xfrm>
            <a:off x="7818120" y="2057400"/>
            <a:ext cx="1051560" cy="438912"/>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7. Validate Blockchain</a:t>
            </a:r>
          </a:p>
        </p:txBody>
      </p:sp>
      <p:sp>
        <p:nvSpPr>
          <p:cNvPr id="14" name="Rounded Rectangle 13"/>
          <p:cNvSpPr/>
          <p:nvPr/>
        </p:nvSpPr>
        <p:spPr>
          <a:xfrm>
            <a:off x="8961120" y="2057400"/>
            <a:ext cx="1051560" cy="438912"/>
          </a:xfrm>
          <a:prstGeom prst="roundRect">
            <a:avLst/>
          </a:prstGeom>
          <a:solidFill>
            <a:srgbClr val="1A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8. Smart Contract</a:t>
            </a:r>
          </a:p>
        </p:txBody>
      </p:sp>
      <p:sp>
        <p:nvSpPr>
          <p:cNvPr id="15" name="Rounded Rectangle 14"/>
          <p:cNvSpPr/>
          <p:nvPr/>
        </p:nvSpPr>
        <p:spPr>
          <a:xfrm>
            <a:off x="10104120" y="2057400"/>
            <a:ext cx="1051560" cy="438912"/>
          </a:xfrm>
          <a:prstGeom prst="roundRect">
            <a:avLst/>
          </a:prstGeom>
          <a:solidFill>
            <a:srgbClr val="1A294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FFFFFF"/>
                </a:solidFill>
                <a:latin typeface="Segoe UI"/>
              </a:rPr>
              <a:t>9. Explorer</a:t>
            </a:r>
          </a:p>
        </p:txBody>
      </p:sp>
      <p:sp>
        <p:nvSpPr>
          <p:cNvPr id="16" name="Rounded Rectangle 15"/>
          <p:cNvSpPr/>
          <p:nvPr/>
        </p:nvSpPr>
        <p:spPr>
          <a:xfrm>
            <a:off x="731520" y="3017520"/>
            <a:ext cx="5212080" cy="347472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154680"/>
            <a:ext cx="4754880" cy="2431435"/>
          </a:xfrm>
          <a:prstGeom prst="rect">
            <a:avLst/>
          </a:prstGeom>
          <a:noFill/>
        </p:spPr>
        <p:txBody>
          <a:bodyPr wrap="square">
            <a:spAutoFit/>
          </a:bodyPr>
          <a:lstStyle/>
          <a:p>
            <a:r>
              <a:rPr sz="1200" b="1" dirty="0">
                <a:solidFill>
                  <a:srgbClr val="38BDF8"/>
                </a:solidFill>
                <a:latin typeface="Segoe UI"/>
              </a:rPr>
              <a:t>BLOCKCHAIN EXPLORER AUDIT FIELDS</a:t>
            </a:r>
          </a:p>
          <a:p>
            <a:pPr>
              <a:spcBef>
                <a:spcPts val="250"/>
              </a:spcBef>
            </a:pPr>
            <a:r>
              <a:rPr sz="1200" b="1" dirty="0">
                <a:solidFill>
                  <a:srgbClr val="FFFFFF"/>
                </a:solidFill>
                <a:latin typeface="Segoe UI"/>
              </a:rPr>
              <a:t>✔ Block Number: </a:t>
            </a:r>
            <a:r>
              <a:rPr sz="1200" dirty="0">
                <a:solidFill>
                  <a:srgbClr val="E2E8F0"/>
                </a:solidFill>
                <a:latin typeface="Segoe UI"/>
              </a:rPr>
              <a:t>Identifies the sequential block index in the ledger</a:t>
            </a:r>
          </a:p>
          <a:p>
            <a:pPr>
              <a:spcBef>
                <a:spcPts val="250"/>
              </a:spcBef>
            </a:pPr>
            <a:r>
              <a:rPr sz="1200" b="1" dirty="0">
                <a:solidFill>
                  <a:srgbClr val="FFFFFF"/>
                </a:solidFill>
                <a:latin typeface="Segoe UI"/>
              </a:rPr>
              <a:t>✔ Timestamp: </a:t>
            </a:r>
            <a:r>
              <a:rPr sz="1200" dirty="0">
                <a:solidFill>
                  <a:srgbClr val="E2E8F0"/>
                </a:solidFill>
                <a:latin typeface="Segoe UI"/>
              </a:rPr>
              <a:t>Exact UNIX creation date &amp; time of the block</a:t>
            </a:r>
          </a:p>
          <a:p>
            <a:pPr>
              <a:spcBef>
                <a:spcPts val="250"/>
              </a:spcBef>
            </a:pPr>
            <a:r>
              <a:rPr sz="1200" b="1" dirty="0">
                <a:solidFill>
                  <a:srgbClr val="FFFFFF"/>
                </a:solidFill>
                <a:latin typeface="Segoe UI"/>
              </a:rPr>
              <a:t>✔ Previous Hash: </a:t>
            </a:r>
            <a:r>
              <a:rPr sz="1200" dirty="0">
                <a:solidFill>
                  <a:srgbClr val="E2E8F0"/>
                </a:solidFill>
                <a:latin typeface="Segoe UI"/>
              </a:rPr>
              <a:t>Verifies the cryptographic link to preceding block</a:t>
            </a:r>
          </a:p>
          <a:p>
            <a:pPr>
              <a:spcBef>
                <a:spcPts val="250"/>
              </a:spcBef>
            </a:pPr>
            <a:r>
              <a:rPr sz="1200" b="1" dirty="0">
                <a:solidFill>
                  <a:srgbClr val="FFFFFF"/>
                </a:solidFill>
                <a:latin typeface="Segoe UI"/>
              </a:rPr>
              <a:t>✔ Current Hash: </a:t>
            </a:r>
            <a:r>
              <a:rPr sz="1200" dirty="0">
                <a:solidFill>
                  <a:srgbClr val="E2E8F0"/>
                </a:solidFill>
                <a:latin typeface="Segoe UI"/>
              </a:rPr>
              <a:t>Current block's 64-character SHA-256 fingerprint</a:t>
            </a:r>
          </a:p>
          <a:p>
            <a:pPr>
              <a:spcBef>
                <a:spcPts val="250"/>
              </a:spcBef>
            </a:pPr>
            <a:r>
              <a:rPr sz="1200" b="1" dirty="0">
                <a:solidFill>
                  <a:srgbClr val="FFFFFF"/>
                </a:solidFill>
                <a:latin typeface="Segoe UI"/>
              </a:rPr>
              <a:t>✔ Nonce: </a:t>
            </a:r>
            <a:r>
              <a:rPr sz="1200" dirty="0">
                <a:solidFill>
                  <a:srgbClr val="E2E8F0"/>
                </a:solidFill>
                <a:latin typeface="Segoe UI"/>
              </a:rPr>
              <a:t>Proof of Work computational counter solved</a:t>
            </a:r>
          </a:p>
          <a:p>
            <a:pPr>
              <a:spcBef>
                <a:spcPts val="250"/>
              </a:spcBef>
            </a:pPr>
            <a:r>
              <a:rPr sz="1200" b="1" dirty="0">
                <a:solidFill>
                  <a:srgbClr val="FFFFFF"/>
                </a:solidFill>
                <a:latin typeface="Segoe UI"/>
              </a:rPr>
              <a:t>✔ Merkle Root: </a:t>
            </a:r>
            <a:r>
              <a:rPr sz="1200" dirty="0">
                <a:solidFill>
                  <a:srgbClr val="E2E8F0"/>
                </a:solidFill>
                <a:latin typeface="Segoe UI"/>
              </a:rPr>
              <a:t>Tamper-evident summary of all block transactions</a:t>
            </a:r>
          </a:p>
          <a:p>
            <a:pPr>
              <a:spcBef>
                <a:spcPts val="250"/>
              </a:spcBef>
            </a:pPr>
            <a:r>
              <a:rPr sz="1200" b="1" dirty="0">
                <a:solidFill>
                  <a:srgbClr val="FFFFFF"/>
                </a:solidFill>
                <a:latin typeface="Segoe UI"/>
              </a:rPr>
              <a:t>✔ Transactions: </a:t>
            </a:r>
            <a:r>
              <a:rPr sz="1200" dirty="0">
                <a:solidFill>
                  <a:srgbClr val="E2E8F0"/>
                </a:solidFill>
                <a:latin typeface="Segoe UI"/>
              </a:rPr>
              <a:t>List of sender, receiver, cargo details, and amounts</a:t>
            </a:r>
          </a:p>
          <a:p>
            <a:pPr>
              <a:spcBef>
                <a:spcPts val="250"/>
              </a:spcBef>
            </a:pPr>
            <a:r>
              <a:rPr sz="1200" b="1" dirty="0">
                <a:solidFill>
                  <a:srgbClr val="FFFFFF"/>
                </a:solidFill>
                <a:latin typeface="Segoe UI"/>
              </a:rPr>
              <a:t>✔ Mining Status: </a:t>
            </a:r>
            <a:r>
              <a:rPr sz="1200" dirty="0">
                <a:solidFill>
                  <a:srgbClr val="E2E8F0"/>
                </a:solidFill>
                <a:latin typeface="Segoe UI"/>
              </a:rPr>
              <a:t>Confirms PoW consensus target was satisfied (✔ Valid)</a:t>
            </a:r>
          </a:p>
        </p:txBody>
      </p:sp>
      <p:sp>
        <p:nvSpPr>
          <p:cNvPr id="18" name="Rounded Rectangle 17"/>
          <p:cNvSpPr/>
          <p:nvPr/>
        </p:nvSpPr>
        <p:spPr>
          <a:xfrm>
            <a:off x="6217920" y="3017520"/>
            <a:ext cx="5212080" cy="3474720"/>
          </a:xfrm>
          <a:prstGeom prst="roundRect">
            <a:avLst/>
          </a:prstGeom>
          <a:solidFill>
            <a:srgbClr val="1A294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3154680"/>
            <a:ext cx="3662669" cy="276999"/>
          </a:xfrm>
          <a:prstGeom prst="rect">
            <a:avLst/>
          </a:prstGeom>
          <a:noFill/>
        </p:spPr>
        <p:txBody>
          <a:bodyPr wrap="none">
            <a:spAutoFit/>
          </a:bodyPr>
          <a:lstStyle/>
          <a:p>
            <a:r>
              <a:rPr sz="1200" b="1" dirty="0">
                <a:solidFill>
                  <a:srgbClr val="38BDF8"/>
                </a:solidFill>
                <a:latin typeface="Segoe UI"/>
              </a:rPr>
              <a:t>PROJECT BLOCKCHAIN EXPLORER SCREENSHOT</a:t>
            </a:r>
          </a:p>
        </p:txBody>
      </p:sp>
      <p:sp>
        <p:nvSpPr>
          <p:cNvPr id="20" name="Rectangle 19"/>
          <p:cNvSpPr/>
          <p:nvPr/>
        </p:nvSpPr>
        <p:spPr>
          <a:xfrm>
            <a:off x="6446520" y="3566160"/>
            <a:ext cx="4754880" cy="2743200"/>
          </a:xfrm>
          <a:prstGeom prst="rect">
            <a:avLst/>
          </a:prstGeom>
          <a:solidFill>
            <a:srgbClr val="0A101E"/>
          </a:solidFill>
          <a:ln>
            <a:solidFill>
              <a:srgbClr val="2234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dirty="0">
                <a:solidFill>
                  <a:srgbClr val="94A3B8"/>
                </a:solidFill>
                <a:latin typeface="Segoe UI"/>
              </a:rPr>
              <a:t>🔍 Search by Block Number, Hash, or Transaction ID...
</a:t>
            </a:r>
          </a:p>
          <a:p>
            <a:r>
              <a:rPr sz="1000" b="1" dirty="0">
                <a:solidFill>
                  <a:srgbClr val="10B981"/>
                </a:solidFill>
                <a:latin typeface="Segoe UI"/>
              </a:rPr>
              <a:t>BLOCK #1  [ CONFIRMED &amp; MINED ✔ ]
</a:t>
            </a:r>
          </a:p>
          <a:p>
            <a:r>
              <a:rPr sz="1000" b="1" dirty="0">
                <a:solidFill>
                  <a:srgbClr val="94A3B8"/>
                </a:solidFill>
                <a:latin typeface="Segoe UI"/>
              </a:rPr>
              <a:t>Current Hash: </a:t>
            </a:r>
            <a:r>
              <a:rPr sz="1000" dirty="0">
                <a:solidFill>
                  <a:srgbClr val="FFFFFF"/>
                </a:solidFill>
                <a:latin typeface="Consolas"/>
              </a:rPr>
              <a:t>008b2c4e1f9a...b9a7c4 (Mined PoW)
</a:t>
            </a:r>
          </a:p>
          <a:p>
            <a:r>
              <a:rPr sz="1000" b="1" dirty="0">
                <a:solidFill>
                  <a:srgbClr val="94A3B8"/>
                </a:solidFill>
                <a:latin typeface="Segoe UI"/>
              </a:rPr>
              <a:t>Previous Hash: </a:t>
            </a:r>
            <a:r>
              <a:rPr sz="1000" dirty="0">
                <a:solidFill>
                  <a:srgbClr val="FFFFFF"/>
                </a:solidFill>
                <a:latin typeface="Consolas"/>
              </a:rPr>
              <a:t>00a4f8d91c2e...b7e21a (Genesis Hash)
</a:t>
            </a:r>
          </a:p>
          <a:p>
            <a:r>
              <a:rPr sz="1000" b="1" dirty="0">
                <a:solidFill>
                  <a:srgbClr val="94A3B8"/>
                </a:solidFill>
                <a:latin typeface="Segoe UI"/>
              </a:rPr>
              <a:t>Merkle Root: </a:t>
            </a:r>
            <a:r>
              <a:rPr sz="1000" dirty="0">
                <a:solidFill>
                  <a:srgbClr val="FFFFFF"/>
                </a:solidFill>
                <a:latin typeface="Segoe UI"/>
              </a:rPr>
              <a:t>4e21a9f0...bc8190
</a:t>
            </a:r>
          </a:p>
          <a:p>
            <a:r>
              <a:rPr sz="1000" b="1" dirty="0">
                <a:solidFill>
                  <a:srgbClr val="94A3B8"/>
                </a:solidFill>
                <a:latin typeface="Segoe UI"/>
              </a:rPr>
              <a:t>Nonce &amp; Difficulty: </a:t>
            </a:r>
            <a:r>
              <a:rPr sz="1000" dirty="0">
                <a:solidFill>
                  <a:srgbClr val="FFFFFF"/>
                </a:solidFill>
                <a:latin typeface="Segoe UI"/>
              </a:rPr>
              <a:t>Nonce = 165  |  Difficulty = 2
</a:t>
            </a:r>
          </a:p>
          <a:p>
            <a:r>
              <a:rPr sz="1000" b="1" dirty="0">
                <a:solidFill>
                  <a:srgbClr val="94A3B8"/>
                </a:solidFill>
                <a:latin typeface="Segoe UI"/>
              </a:rPr>
              <a:t>Transactions: </a:t>
            </a:r>
            <a:r>
              <a:rPr sz="1000" dirty="0">
                <a:solidFill>
                  <a:srgbClr val="FFFFFF"/>
                </a:solidFill>
                <a:latin typeface="Segoe UI"/>
              </a:rPr>
              <a:t>1 Confirmed (SHP-101 Escrow: 300 ECO)
</a:t>
            </a:r>
          </a:p>
          <a:p>
            <a:r>
              <a:rPr sz="1000" b="1" dirty="0">
                <a:solidFill>
                  <a:srgbClr val="94A3B8"/>
                </a:solidFill>
                <a:latin typeface="Segoe UI"/>
              </a:rPr>
              <a:t>Mining Status: </a:t>
            </a:r>
            <a:r>
              <a:rPr sz="1000" dirty="0">
                <a:solidFill>
                  <a:srgbClr val="FFFFFF"/>
                </a:solidFill>
                <a:latin typeface="Segoe UI"/>
              </a:rPr>
              <a:t>✔ Valid Hash Verified by Network
</a:t>
            </a:r>
          </a:p>
          <a:p>
            <a:r>
              <a:rPr sz="1000" i="1" dirty="0">
                <a:solidFill>
                  <a:srgbClr val="38BDF8"/>
                </a:solidFill>
                <a:latin typeface="Segoe UI"/>
              </a:rPr>
              <a:t>[ Screenshot Placeholder: Insert actual Explorer UI screenshot here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0B981"/>
                </a:solidFill>
                <a:latin typeface="Segoe UI"/>
              </a:rPr>
              <a:t>PROJECT SUMMARY</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Advantages, Future Scope &amp; Conclusion</a:t>
            </a:r>
          </a:p>
          <a:p>
            <a:r>
              <a:rPr sz="1400" dirty="0">
                <a:solidFill>
                  <a:srgbClr val="94A3B8"/>
                </a:solidFill>
                <a:latin typeface="Segoe UI"/>
              </a:rPr>
              <a:t>Key project benefits, production roadmap, and concluding remarks</a:t>
            </a:r>
          </a:p>
        </p:txBody>
      </p:sp>
      <p:sp>
        <p:nvSpPr>
          <p:cNvPr id="5" name="Rounded Rectangle 4"/>
          <p:cNvSpPr/>
          <p:nvPr/>
        </p:nvSpPr>
        <p:spPr>
          <a:xfrm>
            <a:off x="731520" y="1508760"/>
            <a:ext cx="34747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08760"/>
            <a:ext cx="34747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91640"/>
            <a:ext cx="3108960" cy="3247043"/>
          </a:xfrm>
          <a:prstGeom prst="rect">
            <a:avLst/>
          </a:prstGeom>
          <a:noFill/>
        </p:spPr>
        <p:txBody>
          <a:bodyPr wrap="square">
            <a:spAutoFit/>
          </a:bodyPr>
          <a:lstStyle/>
          <a:p>
            <a:r>
              <a:rPr sz="1200" b="1" dirty="0">
                <a:solidFill>
                  <a:srgbClr val="10B981"/>
                </a:solidFill>
                <a:latin typeface="Segoe UI"/>
              </a:rPr>
              <a:t>ADVANTAGES</a:t>
            </a:r>
          </a:p>
          <a:p>
            <a:pPr>
              <a:spcAft>
                <a:spcPts val="600"/>
              </a:spcAft>
            </a:pPr>
            <a:r>
              <a:rPr sz="1200" b="1" dirty="0">
                <a:solidFill>
                  <a:srgbClr val="FFFFFF"/>
                </a:solidFill>
                <a:latin typeface="Segoe UI"/>
              </a:rPr>
              <a:t>Key Project Strengths</a:t>
            </a:r>
          </a:p>
          <a:p>
            <a:pPr>
              <a:spcBef>
                <a:spcPts val="350"/>
              </a:spcBef>
            </a:pPr>
            <a:r>
              <a:rPr sz="1200" b="1" dirty="0">
                <a:solidFill>
                  <a:srgbClr val="FFFFFF"/>
                </a:solidFill>
                <a:latin typeface="Segoe UI"/>
              </a:rPr>
              <a:t>✔ Transparency: </a:t>
            </a:r>
            <a:r>
              <a:rPr sz="1200" dirty="0">
                <a:solidFill>
                  <a:srgbClr val="E2E8F0"/>
                </a:solidFill>
                <a:latin typeface="Segoe UI"/>
              </a:rPr>
              <a:t>All stakeholders view the same single version of truth.</a:t>
            </a:r>
          </a:p>
          <a:p>
            <a:pPr>
              <a:spcBef>
                <a:spcPts val="350"/>
              </a:spcBef>
            </a:pPr>
            <a:r>
              <a:rPr sz="1200" b="1" dirty="0">
                <a:solidFill>
                  <a:srgbClr val="FFFFFF"/>
                </a:solidFill>
                <a:latin typeface="Segoe UI"/>
              </a:rPr>
              <a:t>✔ Security: </a:t>
            </a:r>
            <a:r>
              <a:rPr sz="1200" dirty="0">
                <a:solidFill>
                  <a:srgbClr val="E2E8F0"/>
                </a:solidFill>
                <a:latin typeface="Segoe UI"/>
              </a:rPr>
              <a:t>Decentralized architecture with zero single point of failure.</a:t>
            </a:r>
          </a:p>
          <a:p>
            <a:pPr>
              <a:spcBef>
                <a:spcPts val="350"/>
              </a:spcBef>
            </a:pPr>
            <a:r>
              <a:rPr sz="1200" b="1" dirty="0">
                <a:solidFill>
                  <a:srgbClr val="FFFFFF"/>
                </a:solidFill>
                <a:latin typeface="Segoe UI"/>
              </a:rPr>
              <a:t>✔ Tamper Detection: </a:t>
            </a:r>
            <a:r>
              <a:rPr sz="1200" dirty="0">
                <a:solidFill>
                  <a:srgbClr val="E2E8F0"/>
                </a:solidFill>
                <a:latin typeface="Segoe UI"/>
              </a:rPr>
              <a:t>Any data alteration breaks cryptographic links immediately.</a:t>
            </a:r>
          </a:p>
          <a:p>
            <a:pPr>
              <a:spcBef>
                <a:spcPts val="350"/>
              </a:spcBef>
            </a:pPr>
            <a:r>
              <a:rPr sz="1200" b="1" dirty="0">
                <a:solidFill>
                  <a:srgbClr val="FFFFFF"/>
                </a:solidFill>
                <a:latin typeface="Segoe UI"/>
              </a:rPr>
              <a:t>✔ Data Integrity: </a:t>
            </a:r>
            <a:r>
              <a:rPr sz="1200" dirty="0">
                <a:solidFill>
                  <a:srgbClr val="E2E8F0"/>
                </a:solidFill>
                <a:latin typeface="Segoe UI"/>
              </a:rPr>
              <a:t>SHA-256 hashes guarantee uncorrupted historical records.</a:t>
            </a:r>
          </a:p>
          <a:p>
            <a:pPr>
              <a:spcBef>
                <a:spcPts val="350"/>
              </a:spcBef>
            </a:pPr>
            <a:r>
              <a:rPr sz="1200" b="1" dirty="0">
                <a:solidFill>
                  <a:srgbClr val="FFFFFF"/>
                </a:solidFill>
                <a:latin typeface="Segoe UI"/>
              </a:rPr>
              <a:t>✔ Shipment Traceability: </a:t>
            </a:r>
            <a:r>
              <a:rPr sz="1200" dirty="0">
                <a:solidFill>
                  <a:srgbClr val="E2E8F0"/>
                </a:solidFill>
                <a:latin typeface="Segoe UI"/>
              </a:rPr>
              <a:t>Complete verifiable audit trail from origin to destination.</a:t>
            </a:r>
          </a:p>
          <a:p>
            <a:pPr>
              <a:spcBef>
                <a:spcPts val="350"/>
              </a:spcBef>
            </a:pPr>
            <a:r>
              <a:rPr sz="1200" b="1" dirty="0">
                <a:solidFill>
                  <a:srgbClr val="FFFFFF"/>
                </a:solidFill>
                <a:latin typeface="Segoe UI"/>
              </a:rPr>
              <a:t>✔ Transaction Validation: </a:t>
            </a:r>
            <a:r>
              <a:rPr sz="1200" dirty="0">
                <a:solidFill>
                  <a:srgbClr val="E2E8F0"/>
                </a:solidFill>
                <a:latin typeface="Segoe UI"/>
              </a:rPr>
              <a:t>Prevents invalid senders, negative amounts, or fraud.</a:t>
            </a:r>
          </a:p>
        </p:txBody>
      </p:sp>
      <p:sp>
        <p:nvSpPr>
          <p:cNvPr id="8" name="Rounded Rectangle 7"/>
          <p:cNvSpPr/>
          <p:nvPr/>
        </p:nvSpPr>
        <p:spPr>
          <a:xfrm>
            <a:off x="4343400" y="1508760"/>
            <a:ext cx="34747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50876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691640"/>
            <a:ext cx="3108960" cy="3657600"/>
          </a:xfrm>
          <a:prstGeom prst="rect">
            <a:avLst/>
          </a:prstGeom>
          <a:noFill/>
        </p:spPr>
        <p:txBody>
          <a:bodyPr wrap="square">
            <a:spAutoFit/>
          </a:bodyPr>
          <a:lstStyle/>
          <a:p>
            <a:r>
              <a:rPr sz="1200" b="1" dirty="0">
                <a:solidFill>
                  <a:srgbClr val="38BDF8"/>
                </a:solidFill>
                <a:latin typeface="Segoe UI"/>
              </a:rPr>
              <a:t>FUTURE SCOPE</a:t>
            </a:r>
          </a:p>
          <a:p>
            <a:pPr>
              <a:spcAft>
                <a:spcPts val="600"/>
              </a:spcAft>
            </a:pPr>
            <a:r>
              <a:rPr sz="1200" b="1" dirty="0">
                <a:solidFill>
                  <a:srgbClr val="FFFFFF"/>
                </a:solidFill>
                <a:latin typeface="Segoe UI"/>
              </a:rPr>
              <a:t>Expansion Roadmap</a:t>
            </a:r>
          </a:p>
          <a:p>
            <a:pPr>
              <a:spcBef>
                <a:spcPts val="350"/>
              </a:spcBef>
            </a:pPr>
            <a:r>
              <a:rPr sz="1200" b="1" dirty="0">
                <a:solidFill>
                  <a:srgbClr val="FFFFFF"/>
                </a:solidFill>
                <a:latin typeface="Segoe UI"/>
              </a:rPr>
              <a:t>✔ Real Blockchain Integration: </a:t>
            </a:r>
            <a:r>
              <a:rPr sz="1200" dirty="0">
                <a:solidFill>
                  <a:srgbClr val="E2E8F0"/>
                </a:solidFill>
                <a:latin typeface="Segoe UI"/>
              </a:rPr>
              <a:t>Deploy on public/consortium chains like Ethereum or Polygon.</a:t>
            </a:r>
          </a:p>
          <a:p>
            <a:pPr>
              <a:spcBef>
                <a:spcPts val="350"/>
              </a:spcBef>
            </a:pPr>
            <a:r>
              <a:rPr sz="1200" b="1" dirty="0">
                <a:solidFill>
                  <a:srgbClr val="FFFFFF"/>
                </a:solidFill>
                <a:latin typeface="Segoe UI"/>
              </a:rPr>
              <a:t>✔ IoT Shipment Tracking: </a:t>
            </a:r>
            <a:r>
              <a:rPr sz="1200" dirty="0">
                <a:solidFill>
                  <a:srgbClr val="E2E8F0"/>
                </a:solidFill>
                <a:latin typeface="Segoe UI"/>
              </a:rPr>
              <a:t>Smart sensor integration for container temp &amp; humidity.</a:t>
            </a:r>
          </a:p>
          <a:p>
            <a:pPr>
              <a:spcBef>
                <a:spcPts val="350"/>
              </a:spcBef>
            </a:pPr>
            <a:r>
              <a:rPr sz="1200" b="1" dirty="0">
                <a:solidFill>
                  <a:srgbClr val="FFFFFF"/>
                </a:solidFill>
                <a:latin typeface="Segoe UI"/>
              </a:rPr>
              <a:t>✔ GPS Tracking: </a:t>
            </a:r>
            <a:r>
              <a:rPr sz="1200" dirty="0">
                <a:solidFill>
                  <a:srgbClr val="E2E8F0"/>
                </a:solidFill>
                <a:latin typeface="Segoe UI"/>
              </a:rPr>
              <a:t>Automated waypoint triggers via live vessel coordinates.</a:t>
            </a:r>
          </a:p>
          <a:p>
            <a:pPr>
              <a:spcBef>
                <a:spcPts val="350"/>
              </a:spcBef>
            </a:pPr>
            <a:r>
              <a:rPr sz="1200" b="1" dirty="0">
                <a:solidFill>
                  <a:srgbClr val="FFFFFF"/>
                </a:solidFill>
                <a:latin typeface="Segoe UI"/>
              </a:rPr>
              <a:t>✔ Real Smart Contracts: </a:t>
            </a:r>
            <a:r>
              <a:rPr sz="1200" dirty="0">
                <a:solidFill>
                  <a:srgbClr val="E2E8F0"/>
                </a:solidFill>
                <a:latin typeface="Segoe UI"/>
              </a:rPr>
              <a:t>Production Solidity contracts with multi-sig escrow.</a:t>
            </a:r>
          </a:p>
          <a:p>
            <a:pPr>
              <a:spcBef>
                <a:spcPts val="350"/>
              </a:spcBef>
            </a:pPr>
            <a:r>
              <a:rPr sz="1200" b="1" dirty="0">
                <a:solidFill>
                  <a:srgbClr val="FFFFFF"/>
                </a:solidFill>
                <a:latin typeface="Segoe UI"/>
              </a:rPr>
              <a:t>✔ Carbon Emission Tracking: </a:t>
            </a:r>
            <a:r>
              <a:rPr sz="1200" dirty="0">
                <a:solidFill>
                  <a:srgbClr val="E2E8F0"/>
                </a:solidFill>
                <a:latin typeface="Segoe UI"/>
              </a:rPr>
              <a:t>Verifiable carbon footprint &amp; carbon credit tokenization.</a:t>
            </a:r>
          </a:p>
          <a:p>
            <a:pPr>
              <a:spcBef>
                <a:spcPts val="350"/>
              </a:spcBef>
            </a:pPr>
            <a:r>
              <a:rPr sz="1200" b="1" dirty="0">
                <a:solidFill>
                  <a:srgbClr val="FFFFFF"/>
                </a:solidFill>
                <a:latin typeface="Segoe UI"/>
              </a:rPr>
              <a:t>✔ Supply-Chain Integration: </a:t>
            </a:r>
            <a:r>
              <a:rPr sz="1200" dirty="0">
                <a:solidFill>
                  <a:srgbClr val="E2E8F0"/>
                </a:solidFill>
                <a:latin typeface="Segoe UI"/>
              </a:rPr>
              <a:t>Customs, port authorities, and banks in unified network.</a:t>
            </a:r>
          </a:p>
        </p:txBody>
      </p:sp>
      <p:sp>
        <p:nvSpPr>
          <p:cNvPr id="11" name="Rounded Rectangle 10"/>
          <p:cNvSpPr/>
          <p:nvPr/>
        </p:nvSpPr>
        <p:spPr>
          <a:xfrm>
            <a:off x="7955280" y="1508760"/>
            <a:ext cx="3474720" cy="4023360"/>
          </a:xfrm>
          <a:prstGeom prst="roundRect">
            <a:avLst/>
          </a:prstGeom>
          <a:solidFill>
            <a:srgbClr val="131E31"/>
          </a:solidFill>
          <a:ln w="12700">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55280" y="1508760"/>
            <a:ext cx="3474720"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38160" y="1691640"/>
            <a:ext cx="3108960" cy="2775119"/>
          </a:xfrm>
          <a:prstGeom prst="rect">
            <a:avLst/>
          </a:prstGeom>
          <a:noFill/>
        </p:spPr>
        <p:txBody>
          <a:bodyPr wrap="square">
            <a:spAutoFit/>
          </a:bodyPr>
          <a:lstStyle/>
          <a:p>
            <a:r>
              <a:rPr sz="1200" b="1" dirty="0">
                <a:solidFill>
                  <a:srgbClr val="FFFFFF"/>
                </a:solidFill>
                <a:latin typeface="Segoe UI"/>
              </a:rPr>
              <a:t>CONCLUSION</a:t>
            </a:r>
          </a:p>
          <a:p>
            <a:pPr>
              <a:spcAft>
                <a:spcPts val="600"/>
              </a:spcAft>
            </a:pPr>
            <a:r>
              <a:rPr sz="1200" b="1" dirty="0">
                <a:solidFill>
                  <a:srgbClr val="FFFFFF"/>
                </a:solidFill>
                <a:latin typeface="Segoe UI"/>
              </a:rPr>
              <a:t>Project Evaluation</a:t>
            </a:r>
          </a:p>
          <a:p>
            <a:pPr>
              <a:spcBef>
                <a:spcPts val="350"/>
              </a:spcBef>
            </a:pPr>
            <a:r>
              <a:rPr sz="1200" b="1" dirty="0">
                <a:solidFill>
                  <a:srgbClr val="FFFFFF"/>
                </a:solidFill>
                <a:latin typeface="Segoe UI"/>
              </a:rPr>
              <a:t>✔ Concept Demonstration: </a:t>
            </a:r>
            <a:r>
              <a:rPr sz="1200" dirty="0">
                <a:solidFill>
                  <a:srgbClr val="E2E8F0"/>
                </a:solidFill>
                <a:latin typeface="Segoe UI"/>
              </a:rPr>
              <a:t>Proves blockchain solves trust and transparency bottlenecks.</a:t>
            </a:r>
          </a:p>
          <a:p>
            <a:pPr>
              <a:spcBef>
                <a:spcPts val="350"/>
              </a:spcBef>
            </a:pPr>
            <a:r>
              <a:rPr sz="1200" b="1" dirty="0">
                <a:solidFill>
                  <a:srgbClr val="FFFFFF"/>
                </a:solidFill>
                <a:latin typeface="Segoe UI"/>
              </a:rPr>
              <a:t>✔ Shipping Security: </a:t>
            </a:r>
            <a:r>
              <a:rPr sz="1200" dirty="0">
                <a:solidFill>
                  <a:srgbClr val="E2E8F0"/>
                </a:solidFill>
                <a:latin typeface="Segoe UI"/>
              </a:rPr>
              <a:t>Logistics data is protected against unauthorized manipulation.</a:t>
            </a:r>
          </a:p>
          <a:p>
            <a:pPr>
              <a:spcBef>
                <a:spcPts val="350"/>
              </a:spcBef>
            </a:pPr>
            <a:r>
              <a:rPr sz="1200" b="1" dirty="0">
                <a:solidFill>
                  <a:srgbClr val="FFFFFF"/>
                </a:solidFill>
                <a:latin typeface="Segoe UI"/>
              </a:rPr>
              <a:t>✔ Automation Efficiency: </a:t>
            </a:r>
            <a:r>
              <a:rPr sz="1200" dirty="0">
                <a:solidFill>
                  <a:srgbClr val="E2E8F0"/>
                </a:solidFill>
                <a:latin typeface="Segoe UI"/>
              </a:rPr>
              <a:t>Smart contract escrow eliminates manual payment disputes.</a:t>
            </a:r>
          </a:p>
          <a:p>
            <a:pPr>
              <a:spcBef>
                <a:spcPts val="350"/>
              </a:spcBef>
            </a:pPr>
            <a:r>
              <a:rPr sz="1200" b="1" dirty="0">
                <a:solidFill>
                  <a:srgbClr val="FFFFFF"/>
                </a:solidFill>
                <a:latin typeface="Segoe UI"/>
              </a:rPr>
              <a:t>✔ Curriculum Success: </a:t>
            </a:r>
            <a:r>
              <a:rPr sz="1200" dirty="0">
                <a:solidFill>
                  <a:srgbClr val="E2E8F0"/>
                </a:solidFill>
                <a:latin typeface="Segoe UI"/>
              </a:rPr>
              <a:t>Fully implemented all 12 core blockchain principles natively.</a:t>
            </a:r>
          </a:p>
        </p:txBody>
      </p:sp>
      <p:sp>
        <p:nvSpPr>
          <p:cNvPr id="14" name="Rounded Rectangle 13"/>
          <p:cNvSpPr/>
          <p:nvPr/>
        </p:nvSpPr>
        <p:spPr>
          <a:xfrm>
            <a:off x="731520" y="5669280"/>
            <a:ext cx="10698480" cy="777240"/>
          </a:xfrm>
          <a:prstGeom prst="roundRect">
            <a:avLst/>
          </a:prstGeom>
          <a:solidFill>
            <a:srgbClr val="1A2942"/>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5715000"/>
            <a:ext cx="10241280" cy="646331"/>
          </a:xfrm>
          <a:prstGeom prst="rect">
            <a:avLst/>
          </a:prstGeom>
          <a:noFill/>
        </p:spPr>
        <p:txBody>
          <a:bodyPr wrap="square">
            <a:spAutoFit/>
          </a:bodyPr>
          <a:lstStyle/>
          <a:p>
            <a:r>
              <a:rPr sz="1200" b="1" dirty="0">
                <a:solidFill>
                  <a:srgbClr val="10B981"/>
                </a:solidFill>
                <a:latin typeface="Segoe UI"/>
              </a:rPr>
              <a:t>CONCLUSION &amp; THANK YOU!
</a:t>
            </a:r>
            <a:r>
              <a:rPr sz="1200" dirty="0">
                <a:solidFill>
                  <a:srgbClr val="FFFFFF"/>
                </a:solidFill>
                <a:latin typeface="Segoe UI"/>
              </a:rPr>
              <a:t>Eco Chain Shipping demonstrates how blockchain concepts can be applied to shipping management to improve transparency, security, and data integrity. Thank you for your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3108960" cy="292608"/>
          </a:xfrm>
          <a:prstGeom prst="roundRect">
            <a:avLst/>
          </a:prstGeom>
          <a:solidFill>
            <a:srgbClr val="131E3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0B981"/>
                </a:solidFill>
                <a:latin typeface="Segoe UI"/>
              </a:rPr>
              <a:t>DEMONSTRATION &amp; VIVA</a:t>
            </a:r>
          </a:p>
        </p:txBody>
      </p:sp>
      <p:sp>
        <p:nvSpPr>
          <p:cNvPr id="4" name="TextBox 3"/>
          <p:cNvSpPr txBox="1"/>
          <p:nvPr/>
        </p:nvSpPr>
        <p:spPr>
          <a:xfrm>
            <a:off x="731520" y="713232"/>
            <a:ext cx="10698480" cy="538609"/>
          </a:xfrm>
          <a:prstGeom prst="rect">
            <a:avLst/>
          </a:prstGeom>
          <a:noFill/>
        </p:spPr>
        <p:txBody>
          <a:bodyPr wrap="square" lIns="0" tIns="0" rIns="0" bIns="0">
            <a:spAutoFit/>
          </a:bodyPr>
          <a:lstStyle/>
          <a:p>
            <a:r>
              <a:rPr sz="2100" b="1" dirty="0">
                <a:solidFill>
                  <a:srgbClr val="FFFFFF"/>
                </a:solidFill>
                <a:latin typeface="Segoe UI"/>
              </a:rPr>
              <a:t>Thank You — Ready for Live Demonstration</a:t>
            </a:r>
          </a:p>
          <a:p>
            <a:r>
              <a:rPr sz="1400" dirty="0">
                <a:solidFill>
                  <a:srgbClr val="94A3B8"/>
                </a:solidFill>
                <a:latin typeface="Segoe UI"/>
              </a:rPr>
              <a:t>Interactive review walk-through and examiner questions</a:t>
            </a:r>
          </a:p>
        </p:txBody>
      </p:sp>
      <p:sp>
        <p:nvSpPr>
          <p:cNvPr id="5" name="Rounded Rectangle 4"/>
          <p:cNvSpPr/>
          <p:nvPr/>
        </p:nvSpPr>
        <p:spPr>
          <a:xfrm>
            <a:off x="731520" y="1508760"/>
            <a:ext cx="10698480" cy="4983480"/>
          </a:xfrm>
          <a:prstGeom prst="roundRect">
            <a:avLst/>
          </a:prstGeom>
          <a:solidFill>
            <a:srgbClr val="131E31"/>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645920"/>
            <a:ext cx="9966960" cy="769441"/>
          </a:xfrm>
          <a:prstGeom prst="rect">
            <a:avLst/>
          </a:prstGeom>
          <a:noFill/>
        </p:spPr>
        <p:txBody>
          <a:bodyPr wrap="square">
            <a:spAutoFit/>
          </a:bodyPr>
          <a:lstStyle/>
          <a:p>
            <a:pPr algn="ctr"/>
            <a:r>
              <a:rPr sz="2800" b="1" dirty="0">
                <a:solidFill>
                  <a:srgbClr val="FFFFFF"/>
                </a:solidFill>
                <a:latin typeface="Segoe UI"/>
              </a:rPr>
              <a:t>ECO CHAIN SHIPPING</a:t>
            </a:r>
          </a:p>
          <a:p>
            <a:pPr algn="ctr">
              <a:spcAft>
                <a:spcPts val="1400"/>
              </a:spcAft>
            </a:pPr>
            <a:r>
              <a:rPr sz="1600" b="1" dirty="0">
                <a:solidFill>
                  <a:srgbClr val="38BDF8"/>
                </a:solidFill>
                <a:latin typeface="Segoe UI"/>
              </a:rPr>
              <a:t>Interactive Project Demonstration Walk-Through</a:t>
            </a:r>
          </a:p>
        </p:txBody>
      </p:sp>
      <p:sp>
        <p:nvSpPr>
          <p:cNvPr id="7" name="Rounded Rectangle 6"/>
          <p:cNvSpPr/>
          <p:nvPr/>
        </p:nvSpPr>
        <p:spPr>
          <a:xfrm>
            <a:off x="1371600" y="2926080"/>
            <a:ext cx="9418320" cy="5486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10B981"/>
                </a:solidFill>
                <a:latin typeface="Segoe UI"/>
              </a:rPr>
              <a:t>✔ Step 1: SHA-256 Sandbox:  </a:t>
            </a:r>
            <a:r>
              <a:rPr sz="1400" dirty="0">
                <a:solidFill>
                  <a:srgbClr val="FFFFFF"/>
                </a:solidFill>
                <a:latin typeface="Segoe UI"/>
              </a:rPr>
              <a:t>Type text &amp; observe avalanche character changes live</a:t>
            </a:r>
          </a:p>
        </p:txBody>
      </p:sp>
      <p:sp>
        <p:nvSpPr>
          <p:cNvPr id="8" name="Rounded Rectangle 7"/>
          <p:cNvSpPr/>
          <p:nvPr/>
        </p:nvSpPr>
        <p:spPr>
          <a:xfrm>
            <a:off x="1371600" y="3584448"/>
            <a:ext cx="9418320" cy="5486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 Step 2: Create Shipment:  </a:t>
            </a:r>
            <a:r>
              <a:rPr sz="1400" dirty="0">
                <a:solidFill>
                  <a:srgbClr val="FFFFFF"/>
                </a:solidFill>
                <a:latin typeface="Segoe UI"/>
              </a:rPr>
              <a:t>Input cargo manifest, eco score, and lock freight escrow</a:t>
            </a:r>
          </a:p>
        </p:txBody>
      </p:sp>
      <p:sp>
        <p:nvSpPr>
          <p:cNvPr id="9" name="Rounded Rectangle 8"/>
          <p:cNvSpPr/>
          <p:nvPr/>
        </p:nvSpPr>
        <p:spPr>
          <a:xfrm>
            <a:off x="1371600" y="4242816"/>
            <a:ext cx="9418320" cy="5486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38BDF8"/>
                </a:solidFill>
                <a:latin typeface="Segoe UI"/>
              </a:rPr>
              <a:t>✔ Step 3: PoW Mining Lab:  </a:t>
            </a:r>
            <a:r>
              <a:rPr sz="1400" dirty="0">
                <a:solidFill>
                  <a:srgbClr val="FFFFFF"/>
                </a:solidFill>
                <a:latin typeface="Segoe UI"/>
              </a:rPr>
              <a:t>Adjust difficulty, click 'Mine Block', watch nonce iterations</a:t>
            </a:r>
          </a:p>
        </p:txBody>
      </p:sp>
      <p:sp>
        <p:nvSpPr>
          <p:cNvPr id="10" name="Rounded Rectangle 9"/>
          <p:cNvSpPr/>
          <p:nvPr/>
        </p:nvSpPr>
        <p:spPr>
          <a:xfrm>
            <a:off x="1371600" y="4901184"/>
            <a:ext cx="9418320" cy="5486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59E0B"/>
                </a:solidFill>
                <a:latin typeface="Segoe UI"/>
              </a:rPr>
              <a:t>✔ Step 4: Tamper Lab &amp; Repair:  </a:t>
            </a:r>
            <a:r>
              <a:rPr sz="1400" dirty="0">
                <a:solidFill>
                  <a:srgbClr val="FFFFFF"/>
                </a:solidFill>
                <a:latin typeface="Segoe UI"/>
              </a:rPr>
              <a:t>Alter block data, watch chain fail, run self-healing re-mine</a:t>
            </a:r>
          </a:p>
        </p:txBody>
      </p:sp>
      <p:sp>
        <p:nvSpPr>
          <p:cNvPr id="11" name="Rounded Rectangle 10"/>
          <p:cNvSpPr/>
          <p:nvPr/>
        </p:nvSpPr>
        <p:spPr>
          <a:xfrm>
            <a:off x="1371600" y="5559552"/>
            <a:ext cx="9418320" cy="548640"/>
          </a:xfrm>
          <a:prstGeom prst="roundRect">
            <a:avLst/>
          </a:prstGeom>
          <a:solidFill>
            <a:srgbClr val="1A2942"/>
          </a:solidFill>
          <a:ln>
            <a:solidFill>
              <a:srgbClr val="22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59E0B"/>
                </a:solidFill>
                <a:latin typeface="Segoe UI"/>
              </a:rPr>
              <a:t>✔ Step 5: Chain Explorer:  </a:t>
            </a:r>
            <a:r>
              <a:rPr sz="1400" dirty="0">
                <a:solidFill>
                  <a:srgbClr val="FFFFFF"/>
                </a:solidFill>
                <a:latin typeface="Segoe UI"/>
              </a:rPr>
              <a:t>Deep inspect blocks, transactions, Merkle roots, and JSON logs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4696</Words>
  <Application>Microsoft Office PowerPoint</Application>
  <PresentationFormat>Widescreen</PresentationFormat>
  <Paragraphs>452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Akshith Bajjuri</cp:lastModifiedBy>
  <cp:revision>1</cp:revision>
  <dcterms:created xsi:type="dcterms:W3CDTF">2013-01-27T09:14:16Z</dcterms:created>
  <dcterms:modified xsi:type="dcterms:W3CDTF">2026-10-08T09:46:08Z</dcterms:modified>
  <cp:category/>
</cp:coreProperties>
</file>